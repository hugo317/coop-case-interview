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"/>
  </p:notesMasterIdLst>
  <p:sldIdLst>
    <p:sldId id="257" r:id="rId5"/>
    <p:sldId id="294" r:id="rId6"/>
    <p:sldId id="290" r:id="rId7"/>
    <p:sldId id="295" r:id="rId8"/>
    <p:sldId id="286" r:id="rId9"/>
  </p:sldIdLst>
  <p:sldSz cx="9144000" cy="5148263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>
          <p15:clr>
            <a:srgbClr val="A4A3A4"/>
          </p15:clr>
        </p15:guide>
        <p15:guide id="2" orient="horz" pos="3018">
          <p15:clr>
            <a:srgbClr val="A4A3A4"/>
          </p15:clr>
        </p15:guide>
        <p15:guide id="3" orient="horz" pos="842">
          <p15:clr>
            <a:srgbClr val="A4A3A4"/>
          </p15:clr>
        </p15:guide>
        <p15:guide id="4" orient="horz" pos="2881">
          <p15:clr>
            <a:srgbClr val="A4A3A4"/>
          </p15:clr>
        </p15:guide>
        <p15:guide id="5" orient="horz" pos="759">
          <p15:clr>
            <a:srgbClr val="A4A3A4"/>
          </p15:clr>
        </p15:guide>
        <p15:guide id="6" orient="horz" pos="406">
          <p15:clr>
            <a:srgbClr val="A4A3A4"/>
          </p15:clr>
        </p15:guide>
        <p15:guide id="7" pos="1925">
          <p15:clr>
            <a:srgbClr val="A4A3A4"/>
          </p15:clr>
        </p15:guide>
        <p15:guide id="8" pos="231">
          <p15:clr>
            <a:srgbClr val="A4A3A4"/>
          </p15:clr>
        </p15:guide>
        <p15:guide id="9" pos="5537">
          <p15:clr>
            <a:srgbClr val="A4A3A4"/>
          </p15:clr>
        </p15:guide>
        <p15:guide id="10" pos="2042">
          <p15:clr>
            <a:srgbClr val="A4A3A4"/>
          </p15:clr>
        </p15:guide>
        <p15:guide id="11" pos="3730">
          <p15:clr>
            <a:srgbClr val="A4A3A4"/>
          </p15:clr>
        </p15:guide>
        <p15:guide id="12" pos="38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31549-DAEC-0543-97E8-E34070F1C2BE}" v="206" dt="2022-06-10T12:15:14.276"/>
    <p1510:client id="{232D5941-F45C-1407-41EA-F78503B562C0}" v="92" dt="2022-06-10T13:23:59.376"/>
    <p1510:client id="{38519A16-ADBB-4C15-914A-616A170F6EFE}" v="133" dt="2022-06-13T15:38:04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2"/>
        <p:guide orient="horz" pos="3018"/>
        <p:guide orient="horz" pos="842"/>
        <p:guide orient="horz" pos="2881"/>
        <p:guide orient="horz" pos="759"/>
        <p:guide orient="horz" pos="406"/>
        <p:guide pos="1925"/>
        <p:guide pos="231"/>
        <p:guide pos="5537"/>
        <p:guide pos="2042"/>
        <p:guide pos="3730"/>
        <p:guide pos="384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ob Liljedahl" userId="S::jakob.liljedahl@coop.se::41f48964-325c-4773-be60-742b9762c362" providerId="AD" clId="Web-{1666071E-D70B-493C-99D4-9F67D9901DBE}"/>
    <pc:docChg chg="modSld">
      <pc:chgData name="Jakob Liljedahl" userId="S::jakob.liljedahl@coop.se::41f48964-325c-4773-be60-742b9762c362" providerId="AD" clId="Web-{1666071E-D70B-493C-99D4-9F67D9901DBE}" dt="2021-12-01T07:22:14.890" v="4" actId="20577"/>
      <pc:docMkLst>
        <pc:docMk/>
      </pc:docMkLst>
      <pc:sldChg chg="modSp">
        <pc:chgData name="Jakob Liljedahl" userId="S::jakob.liljedahl@coop.se::41f48964-325c-4773-be60-742b9762c362" providerId="AD" clId="Web-{1666071E-D70B-493C-99D4-9F67D9901DBE}" dt="2021-12-01T07:22:14.890" v="4" actId="20577"/>
        <pc:sldMkLst>
          <pc:docMk/>
          <pc:sldMk cId="2095956321" sldId="257"/>
        </pc:sldMkLst>
        <pc:spChg chg="mod">
          <ac:chgData name="Jakob Liljedahl" userId="S::jakob.liljedahl@coop.se::41f48964-325c-4773-be60-742b9762c362" providerId="AD" clId="Web-{1666071E-D70B-493C-99D4-9F67D9901DBE}" dt="2021-12-01T07:22:14.890" v="4" actId="20577"/>
          <ac:spMkLst>
            <pc:docMk/>
            <pc:sldMk cId="2095956321" sldId="257"/>
            <ac:spMk id="2" creationId="{00000000-0000-0000-0000-000000000000}"/>
          </ac:spMkLst>
        </pc:spChg>
      </pc:sldChg>
    </pc:docChg>
  </pc:docChgLst>
  <pc:docChgLst>
    <pc:chgData name="Emil Nilsson" userId="S::emil.nilsson@coop.se::173c2206-7d0d-476c-8ef6-6b55cb3bc2b2" providerId="AD" clId="Web-{232D5941-F45C-1407-41EA-F78503B562C0}"/>
    <pc:docChg chg="modSld">
      <pc:chgData name="Emil Nilsson" userId="S::emil.nilsson@coop.se::173c2206-7d0d-476c-8ef6-6b55cb3bc2b2" providerId="AD" clId="Web-{232D5941-F45C-1407-41EA-F78503B562C0}" dt="2022-06-10T13:23:59.376" v="91" actId="20577"/>
      <pc:docMkLst>
        <pc:docMk/>
      </pc:docMkLst>
      <pc:sldChg chg="modSp">
        <pc:chgData name="Emil Nilsson" userId="S::emil.nilsson@coop.se::173c2206-7d0d-476c-8ef6-6b55cb3bc2b2" providerId="AD" clId="Web-{232D5941-F45C-1407-41EA-F78503B562C0}" dt="2022-06-10T13:23:59.376" v="91" actId="20577"/>
        <pc:sldMkLst>
          <pc:docMk/>
          <pc:sldMk cId="2518635654" sldId="290"/>
        </pc:sldMkLst>
        <pc:spChg chg="mod">
          <ac:chgData name="Emil Nilsson" userId="S::emil.nilsson@coop.se::173c2206-7d0d-476c-8ef6-6b55cb3bc2b2" providerId="AD" clId="Web-{232D5941-F45C-1407-41EA-F78503B562C0}" dt="2022-06-10T13:23:59.376" v="91" actId="20577"/>
          <ac:spMkLst>
            <pc:docMk/>
            <pc:sldMk cId="2518635654" sldId="290"/>
            <ac:spMk id="2" creationId="{7D235B99-4E3A-1B48-A4EA-A43D460ADB8F}"/>
          </ac:spMkLst>
        </pc:spChg>
      </pc:sldChg>
      <pc:sldChg chg="modSp">
        <pc:chgData name="Emil Nilsson" userId="S::emil.nilsson@coop.se::173c2206-7d0d-476c-8ef6-6b55cb3bc2b2" providerId="AD" clId="Web-{232D5941-F45C-1407-41EA-F78503B562C0}" dt="2022-06-10T13:21:16.247" v="88" actId="20577"/>
        <pc:sldMkLst>
          <pc:docMk/>
          <pc:sldMk cId="3715200831" sldId="294"/>
        </pc:sldMkLst>
        <pc:spChg chg="mod">
          <ac:chgData name="Emil Nilsson" userId="S::emil.nilsson@coop.se::173c2206-7d0d-476c-8ef6-6b55cb3bc2b2" providerId="AD" clId="Web-{232D5941-F45C-1407-41EA-F78503B562C0}" dt="2022-06-10T13:21:16.247" v="88" actId="20577"/>
          <ac:spMkLst>
            <pc:docMk/>
            <pc:sldMk cId="3715200831" sldId="294"/>
            <ac:spMk id="2" creationId="{7D235B99-4E3A-1B48-A4EA-A43D460ADB8F}"/>
          </ac:spMkLst>
        </pc:spChg>
      </pc:sldChg>
    </pc:docChg>
  </pc:docChgLst>
  <pc:docChgLst>
    <pc:chgData name="Jaime Pastor" userId="S::jaime.pastor@coop.se::b9359d73-80e5-49a1-aae2-1c3897d5c53d" providerId="AD" clId="Web-{AF7DAA7F-E3B2-47B7-AF5D-FBAFE1248DD4}"/>
    <pc:docChg chg="modSld">
      <pc:chgData name="Jaime Pastor" userId="S::jaime.pastor@coop.se::b9359d73-80e5-49a1-aae2-1c3897d5c53d" providerId="AD" clId="Web-{AF7DAA7F-E3B2-47B7-AF5D-FBAFE1248DD4}" dt="2021-12-01T08:17:05.116" v="1" actId="20577"/>
      <pc:docMkLst>
        <pc:docMk/>
      </pc:docMkLst>
      <pc:sldChg chg="modSp">
        <pc:chgData name="Jaime Pastor" userId="S::jaime.pastor@coop.se::b9359d73-80e5-49a1-aae2-1c3897d5c53d" providerId="AD" clId="Web-{AF7DAA7F-E3B2-47B7-AF5D-FBAFE1248DD4}" dt="2021-12-01T08:17:05.116" v="1" actId="20577"/>
        <pc:sldMkLst>
          <pc:docMk/>
          <pc:sldMk cId="2518635654" sldId="290"/>
        </pc:sldMkLst>
        <pc:spChg chg="mod">
          <ac:chgData name="Jaime Pastor" userId="S::jaime.pastor@coop.se::b9359d73-80e5-49a1-aae2-1c3897d5c53d" providerId="AD" clId="Web-{AF7DAA7F-E3B2-47B7-AF5D-FBAFE1248DD4}" dt="2021-12-01T08:17:05.116" v="1" actId="20577"/>
          <ac:spMkLst>
            <pc:docMk/>
            <pc:sldMk cId="2518635654" sldId="290"/>
            <ac:spMk id="2" creationId="{7D235B99-4E3A-1B48-A4EA-A43D460ADB8F}"/>
          </ac:spMkLst>
        </pc:spChg>
      </pc:sldChg>
    </pc:docChg>
  </pc:docChgLst>
  <pc:docChgLst>
    <pc:chgData name="Emil Nilsson" userId="173c2206-7d0d-476c-8ef6-6b55cb3bc2b2" providerId="ADAL" clId="{08431549-DAEC-0543-97E8-E34070F1C2BE}"/>
    <pc:docChg chg="undo custSel addSld delSld modSld sldOrd">
      <pc:chgData name="Emil Nilsson" userId="173c2206-7d0d-476c-8ef6-6b55cb3bc2b2" providerId="ADAL" clId="{08431549-DAEC-0543-97E8-E34070F1C2BE}" dt="2022-06-10T12:27:55.155" v="3100" actId="20577"/>
      <pc:docMkLst>
        <pc:docMk/>
      </pc:docMkLst>
      <pc:sldChg chg="modSp mod">
        <pc:chgData name="Emil Nilsson" userId="173c2206-7d0d-476c-8ef6-6b55cb3bc2b2" providerId="ADAL" clId="{08431549-DAEC-0543-97E8-E34070F1C2BE}" dt="2022-06-10T12:20:39.580" v="3090" actId="20577"/>
        <pc:sldMkLst>
          <pc:docMk/>
          <pc:sldMk cId="2095956321" sldId="257"/>
        </pc:sldMkLst>
        <pc:spChg chg="mod">
          <ac:chgData name="Emil Nilsson" userId="173c2206-7d0d-476c-8ef6-6b55cb3bc2b2" providerId="ADAL" clId="{08431549-DAEC-0543-97E8-E34070F1C2BE}" dt="2022-06-10T12:20:39.580" v="3090" actId="20577"/>
          <ac:spMkLst>
            <pc:docMk/>
            <pc:sldMk cId="2095956321" sldId="257"/>
            <ac:spMk id="2" creationId="{00000000-0000-0000-0000-000000000000}"/>
          </ac:spMkLst>
        </pc:spChg>
        <pc:spChg chg="mod">
          <ac:chgData name="Emil Nilsson" userId="173c2206-7d0d-476c-8ef6-6b55cb3bc2b2" providerId="ADAL" clId="{08431549-DAEC-0543-97E8-E34070F1C2BE}" dt="2022-06-10T12:17:16.119" v="2997" actId="20577"/>
          <ac:spMkLst>
            <pc:docMk/>
            <pc:sldMk cId="2095956321" sldId="257"/>
            <ac:spMk id="5" creationId="{00000000-0000-0000-0000-000000000000}"/>
          </ac:spMkLst>
        </pc:spChg>
      </pc:sldChg>
      <pc:sldChg chg="addSp delSp modSp mod">
        <pc:chgData name="Emil Nilsson" userId="173c2206-7d0d-476c-8ef6-6b55cb3bc2b2" providerId="ADAL" clId="{08431549-DAEC-0543-97E8-E34070F1C2BE}" dt="2022-06-10T11:05:59.148" v="1158" actId="478"/>
        <pc:sldMkLst>
          <pc:docMk/>
          <pc:sldMk cId="3478277265" sldId="286"/>
        </pc:sldMkLst>
        <pc:spChg chg="del">
          <ac:chgData name="Emil Nilsson" userId="173c2206-7d0d-476c-8ef6-6b55cb3bc2b2" providerId="ADAL" clId="{08431549-DAEC-0543-97E8-E34070F1C2BE}" dt="2022-06-10T11:05:56.519" v="1157" actId="478"/>
          <ac:spMkLst>
            <pc:docMk/>
            <pc:sldMk cId="3478277265" sldId="286"/>
            <ac:spMk id="3" creationId="{00000000-0000-0000-0000-000000000000}"/>
          </ac:spMkLst>
        </pc:spChg>
        <pc:spChg chg="add del mod">
          <ac:chgData name="Emil Nilsson" userId="173c2206-7d0d-476c-8ef6-6b55cb3bc2b2" providerId="ADAL" clId="{08431549-DAEC-0543-97E8-E34070F1C2BE}" dt="2022-06-10T11:05:59.148" v="1158" actId="478"/>
          <ac:spMkLst>
            <pc:docMk/>
            <pc:sldMk cId="3478277265" sldId="286"/>
            <ac:spMk id="5" creationId="{9B1E7313-DFA2-2C2B-1F94-473A6EDD73D6}"/>
          </ac:spMkLst>
        </pc:spChg>
      </pc:sldChg>
      <pc:sldChg chg="modSp mod">
        <pc:chgData name="Emil Nilsson" userId="173c2206-7d0d-476c-8ef6-6b55cb3bc2b2" providerId="ADAL" clId="{08431549-DAEC-0543-97E8-E34070F1C2BE}" dt="2022-06-10T12:17:57.199" v="3043" actId="20577"/>
        <pc:sldMkLst>
          <pc:docMk/>
          <pc:sldMk cId="2518635654" sldId="290"/>
        </pc:sldMkLst>
        <pc:spChg chg="mod">
          <ac:chgData name="Emil Nilsson" userId="173c2206-7d0d-476c-8ef6-6b55cb3bc2b2" providerId="ADAL" clId="{08431549-DAEC-0543-97E8-E34070F1C2BE}" dt="2022-06-10T12:17:57.199" v="3043" actId="20577"/>
          <ac:spMkLst>
            <pc:docMk/>
            <pc:sldMk cId="2518635654" sldId="290"/>
            <ac:spMk id="2" creationId="{7D235B99-4E3A-1B48-A4EA-A43D460ADB8F}"/>
          </ac:spMkLst>
        </pc:spChg>
        <pc:spChg chg="mod">
          <ac:chgData name="Emil Nilsson" userId="173c2206-7d0d-476c-8ef6-6b55cb3bc2b2" providerId="ADAL" clId="{08431549-DAEC-0543-97E8-E34070F1C2BE}" dt="2022-06-10T10:52:00.407" v="747" actId="20577"/>
          <ac:spMkLst>
            <pc:docMk/>
            <pc:sldMk cId="2518635654" sldId="290"/>
            <ac:spMk id="3" creationId="{41105E8E-C4EF-4B41-8F33-29DFF3868F35}"/>
          </ac:spMkLst>
        </pc:spChg>
      </pc:sldChg>
      <pc:sldChg chg="modSp del mod">
        <pc:chgData name="Emil Nilsson" userId="173c2206-7d0d-476c-8ef6-6b55cb3bc2b2" providerId="ADAL" clId="{08431549-DAEC-0543-97E8-E34070F1C2BE}" dt="2022-06-10T12:16:53.553" v="2982" actId="2696"/>
        <pc:sldMkLst>
          <pc:docMk/>
          <pc:sldMk cId="1466388814" sldId="293"/>
        </pc:sldMkLst>
        <pc:spChg chg="mod">
          <ac:chgData name="Emil Nilsson" userId="173c2206-7d0d-476c-8ef6-6b55cb3bc2b2" providerId="ADAL" clId="{08431549-DAEC-0543-97E8-E34070F1C2BE}" dt="2022-06-10T12:15:42.880" v="2942" actId="20577"/>
          <ac:spMkLst>
            <pc:docMk/>
            <pc:sldMk cId="1466388814" sldId="293"/>
            <ac:spMk id="2" creationId="{7D235B99-4E3A-1B48-A4EA-A43D460ADB8F}"/>
          </ac:spMkLst>
        </pc:spChg>
        <pc:spChg chg="mod">
          <ac:chgData name="Emil Nilsson" userId="173c2206-7d0d-476c-8ef6-6b55cb3bc2b2" providerId="ADAL" clId="{08431549-DAEC-0543-97E8-E34070F1C2BE}" dt="2022-06-10T11:05:45.025" v="1152" actId="114"/>
          <ac:spMkLst>
            <pc:docMk/>
            <pc:sldMk cId="1466388814" sldId="293"/>
            <ac:spMk id="3" creationId="{41105E8E-C4EF-4B41-8F33-29DFF3868F35}"/>
          </ac:spMkLst>
        </pc:spChg>
      </pc:sldChg>
      <pc:sldChg chg="addSp delSp modSp add mod ord">
        <pc:chgData name="Emil Nilsson" userId="173c2206-7d0d-476c-8ef6-6b55cb3bc2b2" providerId="ADAL" clId="{08431549-DAEC-0543-97E8-E34070F1C2BE}" dt="2022-06-10T12:22:47.113" v="3091" actId="20578"/>
        <pc:sldMkLst>
          <pc:docMk/>
          <pc:sldMk cId="3715200831" sldId="294"/>
        </pc:sldMkLst>
        <pc:spChg chg="mod">
          <ac:chgData name="Emil Nilsson" userId="173c2206-7d0d-476c-8ef6-6b55cb3bc2b2" providerId="ADAL" clId="{08431549-DAEC-0543-97E8-E34070F1C2BE}" dt="2022-06-10T12:13:52.865" v="2785" actId="14100"/>
          <ac:spMkLst>
            <pc:docMk/>
            <pc:sldMk cId="3715200831" sldId="294"/>
            <ac:spMk id="2" creationId="{7D235B99-4E3A-1B48-A4EA-A43D460ADB8F}"/>
          </ac:spMkLst>
        </pc:spChg>
        <pc:spChg chg="del">
          <ac:chgData name="Emil Nilsson" userId="173c2206-7d0d-476c-8ef6-6b55cb3bc2b2" providerId="ADAL" clId="{08431549-DAEC-0543-97E8-E34070F1C2BE}" dt="2022-06-10T12:13:02.555" v="2760" actId="478"/>
          <ac:spMkLst>
            <pc:docMk/>
            <pc:sldMk cId="3715200831" sldId="294"/>
            <ac:spMk id="3" creationId="{41105E8E-C4EF-4B41-8F33-29DFF3868F35}"/>
          </ac:spMkLst>
        </pc:spChg>
        <pc:spChg chg="add del mod">
          <ac:chgData name="Emil Nilsson" userId="173c2206-7d0d-476c-8ef6-6b55cb3bc2b2" providerId="ADAL" clId="{08431549-DAEC-0543-97E8-E34070F1C2BE}" dt="2022-06-10T12:13:04.506" v="2761" actId="478"/>
          <ac:spMkLst>
            <pc:docMk/>
            <pc:sldMk cId="3715200831" sldId="294"/>
            <ac:spMk id="7" creationId="{610B6B4E-4FE3-57FA-CA08-3DEAEB8AC93C}"/>
          </ac:spMkLst>
        </pc:spChg>
      </pc:sldChg>
      <pc:sldChg chg="modSp add mod">
        <pc:chgData name="Emil Nilsson" userId="173c2206-7d0d-476c-8ef6-6b55cb3bc2b2" providerId="ADAL" clId="{08431549-DAEC-0543-97E8-E34070F1C2BE}" dt="2022-06-10T12:27:55.155" v="3100" actId="20577"/>
        <pc:sldMkLst>
          <pc:docMk/>
          <pc:sldMk cId="2517285190" sldId="295"/>
        </pc:sldMkLst>
        <pc:spChg chg="mod">
          <ac:chgData name="Emil Nilsson" userId="173c2206-7d0d-476c-8ef6-6b55cb3bc2b2" providerId="ADAL" clId="{08431549-DAEC-0543-97E8-E34070F1C2BE}" dt="2022-06-10T12:27:55.155" v="3100" actId="20577"/>
          <ac:spMkLst>
            <pc:docMk/>
            <pc:sldMk cId="2517285190" sldId="295"/>
            <ac:spMk id="2" creationId="{7D235B99-4E3A-1B48-A4EA-A43D460ADB8F}"/>
          </ac:spMkLst>
        </pc:spChg>
        <pc:spChg chg="mod">
          <ac:chgData name="Emil Nilsson" userId="173c2206-7d0d-476c-8ef6-6b55cb3bc2b2" providerId="ADAL" clId="{08431549-DAEC-0543-97E8-E34070F1C2BE}" dt="2022-06-10T12:16:43.618" v="2981" actId="20577"/>
          <ac:spMkLst>
            <pc:docMk/>
            <pc:sldMk cId="2517285190" sldId="295"/>
            <ac:spMk id="3" creationId="{41105E8E-C4EF-4B41-8F33-29DFF3868F35}"/>
          </ac:spMkLst>
        </pc:spChg>
      </pc:sldChg>
    </pc:docChg>
  </pc:docChgLst>
  <pc:docChgLst>
    <pc:chgData name="Jakob Liljedahl" userId="S::jakob.liljedahl@coop.se::41f48964-325c-4773-be60-742b9762c362" providerId="AD" clId="Web-{5CB8364B-C490-4BB0-9D6F-A5F6F707A003}"/>
    <pc:docChg chg="delSld modSld">
      <pc:chgData name="Jakob Liljedahl" userId="S::jakob.liljedahl@coop.se::41f48964-325c-4773-be60-742b9762c362" providerId="AD" clId="Web-{5CB8364B-C490-4BB0-9D6F-A5F6F707A003}" dt="2021-12-01T10:29:05.081" v="109" actId="20577"/>
      <pc:docMkLst>
        <pc:docMk/>
      </pc:docMkLst>
      <pc:sldChg chg="del">
        <pc:chgData name="Jakob Liljedahl" userId="S::jakob.liljedahl@coop.se::41f48964-325c-4773-be60-742b9762c362" providerId="AD" clId="Web-{5CB8364B-C490-4BB0-9D6F-A5F6F707A003}" dt="2021-12-01T10:13:34.367" v="0"/>
        <pc:sldMkLst>
          <pc:docMk/>
          <pc:sldMk cId="4268923499" sldId="292"/>
        </pc:sldMkLst>
      </pc:sldChg>
      <pc:sldChg chg="modSp">
        <pc:chgData name="Jakob Liljedahl" userId="S::jakob.liljedahl@coop.se::41f48964-325c-4773-be60-742b9762c362" providerId="AD" clId="Web-{5CB8364B-C490-4BB0-9D6F-A5F6F707A003}" dt="2021-12-01T10:29:05.081" v="109" actId="20577"/>
        <pc:sldMkLst>
          <pc:docMk/>
          <pc:sldMk cId="1466388814" sldId="293"/>
        </pc:sldMkLst>
        <pc:spChg chg="mod">
          <ac:chgData name="Jakob Liljedahl" userId="S::jakob.liljedahl@coop.se::41f48964-325c-4773-be60-742b9762c362" providerId="AD" clId="Web-{5CB8364B-C490-4BB0-9D6F-A5F6F707A003}" dt="2021-12-01T10:29:05.081" v="109" actId="20577"/>
          <ac:spMkLst>
            <pc:docMk/>
            <pc:sldMk cId="1466388814" sldId="293"/>
            <ac:spMk id="2" creationId="{7D235B99-4E3A-1B48-A4EA-A43D460ADB8F}"/>
          </ac:spMkLst>
        </pc:spChg>
      </pc:sldChg>
    </pc:docChg>
  </pc:docChgLst>
  <pc:docChgLst>
    <pc:chgData name="Jakob Liljedahl" userId="S::jakob.liljedahl@coop.se::41f48964-325c-4773-be60-742b9762c362" providerId="AD" clId="Web-{73E80C44-9594-4954-880E-8642A44D8900}"/>
    <pc:docChg chg="modSld">
      <pc:chgData name="Jakob Liljedahl" userId="S::jakob.liljedahl@coop.se::41f48964-325c-4773-be60-742b9762c362" providerId="AD" clId="Web-{73E80C44-9594-4954-880E-8642A44D8900}" dt="2021-07-01T14:25:45.785" v="30" actId="20577"/>
      <pc:docMkLst>
        <pc:docMk/>
      </pc:docMkLst>
      <pc:sldChg chg="modSp">
        <pc:chgData name="Jakob Liljedahl" userId="S::jakob.liljedahl@coop.se::41f48964-325c-4773-be60-742b9762c362" providerId="AD" clId="Web-{73E80C44-9594-4954-880E-8642A44D8900}" dt="2021-07-01T14:25:45.785" v="30" actId="20577"/>
        <pc:sldMkLst>
          <pc:docMk/>
          <pc:sldMk cId="4268923499" sldId="292"/>
        </pc:sldMkLst>
        <pc:spChg chg="mod">
          <ac:chgData name="Jakob Liljedahl" userId="S::jakob.liljedahl@coop.se::41f48964-325c-4773-be60-742b9762c362" providerId="AD" clId="Web-{73E80C44-9594-4954-880E-8642A44D8900}" dt="2021-07-01T14:25:45.785" v="30" actId="20577"/>
          <ac:spMkLst>
            <pc:docMk/>
            <pc:sldMk cId="4268923499" sldId="292"/>
            <ac:spMk id="2" creationId="{7D235B99-4E3A-1B48-A4EA-A43D460ADB8F}"/>
          </ac:spMkLst>
        </pc:spChg>
      </pc:sldChg>
    </pc:docChg>
  </pc:docChgLst>
  <pc:docChgLst>
    <pc:chgData name="Jakob Liljedahl" userId="S::jakob.liljedahl@coop.se::41f48964-325c-4773-be60-742b9762c362" providerId="AD" clId="Web-{E69066A2-03B1-4425-9FBF-58BB99F03F8A}"/>
    <pc:docChg chg="modSld">
      <pc:chgData name="Jakob Liljedahl" userId="S::jakob.liljedahl@coop.se::41f48964-325c-4773-be60-742b9762c362" providerId="AD" clId="Web-{E69066A2-03B1-4425-9FBF-58BB99F03F8A}" dt="2021-08-03T13:16:29.159" v="196" actId="20577"/>
      <pc:docMkLst>
        <pc:docMk/>
      </pc:docMkLst>
      <pc:sldChg chg="modSp">
        <pc:chgData name="Jakob Liljedahl" userId="S::jakob.liljedahl@coop.se::41f48964-325c-4773-be60-742b9762c362" providerId="AD" clId="Web-{E69066A2-03B1-4425-9FBF-58BB99F03F8A}" dt="2021-08-03T13:16:29.159" v="196" actId="20577"/>
        <pc:sldMkLst>
          <pc:docMk/>
          <pc:sldMk cId="4268923499" sldId="292"/>
        </pc:sldMkLst>
        <pc:spChg chg="mod">
          <ac:chgData name="Jakob Liljedahl" userId="S::jakob.liljedahl@coop.se::41f48964-325c-4773-be60-742b9762c362" providerId="AD" clId="Web-{E69066A2-03B1-4425-9FBF-58BB99F03F8A}" dt="2021-08-03T13:16:29.159" v="196" actId="20577"/>
          <ac:spMkLst>
            <pc:docMk/>
            <pc:sldMk cId="4268923499" sldId="292"/>
            <ac:spMk id="2" creationId="{7D235B99-4E3A-1B48-A4EA-A43D460ADB8F}"/>
          </ac:spMkLst>
        </pc:spChg>
      </pc:sldChg>
    </pc:docChg>
  </pc:docChgLst>
  <pc:docChgLst>
    <pc:chgData name="August Andersen" userId="S::august.andersen@coop.se::10e31471-bad8-41bf-8321-42afb13a6bd9" providerId="AD" clId="Web-{BCC52F97-5482-41B5-9D63-EBEBF0EC8408}"/>
    <pc:docChg chg="modSld">
      <pc:chgData name="August Andersen" userId="S::august.andersen@coop.se::10e31471-bad8-41bf-8321-42afb13a6bd9" providerId="AD" clId="Web-{BCC52F97-5482-41B5-9D63-EBEBF0EC8408}" dt="2021-12-01T10:13:40.692" v="0" actId="20577"/>
      <pc:docMkLst>
        <pc:docMk/>
      </pc:docMkLst>
      <pc:sldChg chg="modSp">
        <pc:chgData name="August Andersen" userId="S::august.andersen@coop.se::10e31471-bad8-41bf-8321-42afb13a6bd9" providerId="AD" clId="Web-{BCC52F97-5482-41B5-9D63-EBEBF0EC8408}" dt="2021-12-01T10:13:40.692" v="0" actId="20577"/>
        <pc:sldMkLst>
          <pc:docMk/>
          <pc:sldMk cId="1466388814" sldId="293"/>
        </pc:sldMkLst>
        <pc:spChg chg="mod">
          <ac:chgData name="August Andersen" userId="S::august.andersen@coop.se::10e31471-bad8-41bf-8321-42afb13a6bd9" providerId="AD" clId="Web-{BCC52F97-5482-41B5-9D63-EBEBF0EC8408}" dt="2021-12-01T10:13:40.692" v="0" actId="20577"/>
          <ac:spMkLst>
            <pc:docMk/>
            <pc:sldMk cId="1466388814" sldId="293"/>
            <ac:spMk id="2" creationId="{7D235B99-4E3A-1B48-A4EA-A43D460ADB8F}"/>
          </ac:spMkLst>
        </pc:spChg>
      </pc:sldChg>
    </pc:docChg>
  </pc:docChgLst>
  <pc:docChgLst>
    <pc:chgData name="Emil Nilsson" userId="S::emil.nilsson@coop.se::173c2206-7d0d-476c-8ef6-6b55cb3bc2b2" providerId="AD" clId="Web-{38519A16-ADBB-4C15-914A-616A170F6EFE}"/>
    <pc:docChg chg="modSld">
      <pc:chgData name="Emil Nilsson" userId="S::emil.nilsson@coop.se::173c2206-7d0d-476c-8ef6-6b55cb3bc2b2" providerId="AD" clId="Web-{38519A16-ADBB-4C15-914A-616A170F6EFE}" dt="2022-06-13T15:38:04.616" v="132" actId="20577"/>
      <pc:docMkLst>
        <pc:docMk/>
      </pc:docMkLst>
      <pc:sldChg chg="modSp">
        <pc:chgData name="Emil Nilsson" userId="S::emil.nilsson@coop.se::173c2206-7d0d-476c-8ef6-6b55cb3bc2b2" providerId="AD" clId="Web-{38519A16-ADBB-4C15-914A-616A170F6EFE}" dt="2022-06-13T15:27:39.928" v="130" actId="20577"/>
        <pc:sldMkLst>
          <pc:docMk/>
          <pc:sldMk cId="2518635654" sldId="290"/>
        </pc:sldMkLst>
        <pc:spChg chg="mod">
          <ac:chgData name="Emil Nilsson" userId="S::emil.nilsson@coop.se::173c2206-7d0d-476c-8ef6-6b55cb3bc2b2" providerId="AD" clId="Web-{38519A16-ADBB-4C15-914A-616A170F6EFE}" dt="2022-06-13T15:27:39.928" v="130" actId="20577"/>
          <ac:spMkLst>
            <pc:docMk/>
            <pc:sldMk cId="2518635654" sldId="290"/>
            <ac:spMk id="2" creationId="{7D235B99-4E3A-1B48-A4EA-A43D460ADB8F}"/>
          </ac:spMkLst>
        </pc:spChg>
      </pc:sldChg>
      <pc:sldChg chg="modSp">
        <pc:chgData name="Emil Nilsson" userId="S::emil.nilsson@coop.se::173c2206-7d0d-476c-8ef6-6b55cb3bc2b2" providerId="AD" clId="Web-{38519A16-ADBB-4C15-914A-616A170F6EFE}" dt="2022-06-13T15:38:04.616" v="132" actId="20577"/>
        <pc:sldMkLst>
          <pc:docMk/>
          <pc:sldMk cId="2517285190" sldId="295"/>
        </pc:sldMkLst>
        <pc:spChg chg="mod">
          <ac:chgData name="Emil Nilsson" userId="S::emil.nilsson@coop.se::173c2206-7d0d-476c-8ef6-6b55cb3bc2b2" providerId="AD" clId="Web-{38519A16-ADBB-4C15-914A-616A170F6EFE}" dt="2022-06-13T15:38:04.616" v="132" actId="20577"/>
          <ac:spMkLst>
            <pc:docMk/>
            <pc:sldMk cId="2517285190" sldId="295"/>
            <ac:spMk id="2" creationId="{7D235B99-4E3A-1B48-A4EA-A43D460ADB8F}"/>
          </ac:spMkLst>
        </pc:spChg>
      </pc:sldChg>
    </pc:docChg>
  </pc:docChgLst>
  <pc:docChgLst>
    <pc:chgData name="August Andersen" userId="S::august.andersen@coop.se::10e31471-bad8-41bf-8321-42afb13a6bd9" providerId="AD" clId="Web-{1E284ADB-86B7-4FD8-B57A-F605F57F243A}"/>
    <pc:docChg chg="addSld modSld">
      <pc:chgData name="August Andersen" userId="S::august.andersen@coop.se::10e31471-bad8-41bf-8321-42afb13a6bd9" providerId="AD" clId="Web-{1E284ADB-86B7-4FD8-B57A-F605F57F243A}" dt="2021-12-01T07:55:55.949" v="336" actId="20577"/>
      <pc:docMkLst>
        <pc:docMk/>
      </pc:docMkLst>
      <pc:sldChg chg="modSp add replId">
        <pc:chgData name="August Andersen" userId="S::august.andersen@coop.se::10e31471-bad8-41bf-8321-42afb13a6bd9" providerId="AD" clId="Web-{1E284ADB-86B7-4FD8-B57A-F605F57F243A}" dt="2021-12-01T07:55:55.949" v="336" actId="20577"/>
        <pc:sldMkLst>
          <pc:docMk/>
          <pc:sldMk cId="1466388814" sldId="293"/>
        </pc:sldMkLst>
        <pc:spChg chg="mod">
          <ac:chgData name="August Andersen" userId="S::august.andersen@coop.se::10e31471-bad8-41bf-8321-42afb13a6bd9" providerId="AD" clId="Web-{1E284ADB-86B7-4FD8-B57A-F605F57F243A}" dt="2021-12-01T07:55:55.949" v="336" actId="20577"/>
          <ac:spMkLst>
            <pc:docMk/>
            <pc:sldMk cId="1466388814" sldId="293"/>
            <ac:spMk id="2" creationId="{7D235B99-4E3A-1B48-A4EA-A43D460ADB8F}"/>
          </ac:spMkLst>
        </pc:spChg>
      </pc:sldChg>
    </pc:docChg>
  </pc:docChgLst>
  <pc:docChgLst>
    <pc:chgData name="Jakob Liljedahl" userId="S::jakob.liljedahl@coop.se::41f48964-325c-4773-be60-742b9762c362" providerId="AD" clId="Web-{8C91C116-3298-43C0-A3EC-36FAF0E27E44}"/>
    <pc:docChg chg="modSld">
      <pc:chgData name="Jakob Liljedahl" userId="S::jakob.liljedahl@coop.se::41f48964-325c-4773-be60-742b9762c362" providerId="AD" clId="Web-{8C91C116-3298-43C0-A3EC-36FAF0E27E44}" dt="2021-12-01T16:33:31.681" v="108" actId="20577"/>
      <pc:docMkLst>
        <pc:docMk/>
      </pc:docMkLst>
      <pc:sldChg chg="modSp">
        <pc:chgData name="Jakob Liljedahl" userId="S::jakob.liljedahl@coop.se::41f48964-325c-4773-be60-742b9762c362" providerId="AD" clId="Web-{8C91C116-3298-43C0-A3EC-36FAF0E27E44}" dt="2021-12-01T16:33:31.681" v="108" actId="20577"/>
        <pc:sldMkLst>
          <pc:docMk/>
          <pc:sldMk cId="1466388814" sldId="293"/>
        </pc:sldMkLst>
        <pc:spChg chg="mod">
          <ac:chgData name="Jakob Liljedahl" userId="S::jakob.liljedahl@coop.se::41f48964-325c-4773-be60-742b9762c362" providerId="AD" clId="Web-{8C91C116-3298-43C0-A3EC-36FAF0E27E44}" dt="2021-12-01T16:33:31.681" v="108" actId="20577"/>
          <ac:spMkLst>
            <pc:docMk/>
            <pc:sldMk cId="1466388814" sldId="293"/>
            <ac:spMk id="2" creationId="{7D235B99-4E3A-1B48-A4EA-A43D460ADB8F}"/>
          </ac:spMkLst>
        </pc:spChg>
      </pc:sldChg>
    </pc:docChg>
  </pc:docChgLst>
  <pc:docChgLst>
    <pc:chgData name="Jakob Liljedahl" userId="S::jakob.liljedahl@coop.se::41f48964-325c-4773-be60-742b9762c362" providerId="AD" clId="Web-{48E83069-C4F9-4E33-89B4-A3D998C4B4C3}"/>
    <pc:docChg chg="modSld">
      <pc:chgData name="Jakob Liljedahl" userId="S::jakob.liljedahl@coop.se::41f48964-325c-4773-be60-742b9762c362" providerId="AD" clId="Web-{48E83069-C4F9-4E33-89B4-A3D998C4B4C3}" dt="2021-12-01T14:30:02.947" v="271" actId="20577"/>
      <pc:docMkLst>
        <pc:docMk/>
      </pc:docMkLst>
      <pc:sldChg chg="modSp">
        <pc:chgData name="Jakob Liljedahl" userId="S::jakob.liljedahl@coop.se::41f48964-325c-4773-be60-742b9762c362" providerId="AD" clId="Web-{48E83069-C4F9-4E33-89B4-A3D998C4B4C3}" dt="2021-12-01T14:30:02.947" v="271" actId="20577"/>
        <pc:sldMkLst>
          <pc:docMk/>
          <pc:sldMk cId="1466388814" sldId="293"/>
        </pc:sldMkLst>
        <pc:spChg chg="mod">
          <ac:chgData name="Jakob Liljedahl" userId="S::jakob.liljedahl@coop.se::41f48964-325c-4773-be60-742b9762c362" providerId="AD" clId="Web-{48E83069-C4F9-4E33-89B4-A3D998C4B4C3}" dt="2021-12-01T14:30:02.947" v="271" actId="20577"/>
          <ac:spMkLst>
            <pc:docMk/>
            <pc:sldMk cId="1466388814" sldId="293"/>
            <ac:spMk id="2" creationId="{7D235B99-4E3A-1B48-A4EA-A43D460ADB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61956-FBC1-4CFF-8081-8555850CCD47}" type="datetimeFigureOut">
              <a:rPr lang="sv-SE" smtClean="0"/>
              <a:t>2022-06-13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D50C6-DF53-474F-80F4-01AC74FEFB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979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rtsida 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2468" cy="5148263"/>
          </a:xfrm>
          <a:prstGeom prst="rect">
            <a:avLst/>
          </a:prstGeom>
        </p:spPr>
      </p:pic>
      <p:pic>
        <p:nvPicPr>
          <p:cNvPr id="8" name="Bildobjekt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063" y="844061"/>
            <a:ext cx="4583072" cy="3790195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2419643" y="1346075"/>
            <a:ext cx="4332850" cy="1103540"/>
          </a:xfrm>
        </p:spPr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br>
              <a:rPr lang="sv-SE" b="0"/>
            </a:br>
            <a:br>
              <a:rPr lang="sv-SE" b="0"/>
            </a:br>
            <a:r>
              <a:rPr lang="sv-SE" b="0"/>
              <a:t> </a:t>
            </a:r>
            <a:r>
              <a:rPr lang="sv-SE"/>
              <a:t>Presentationens titel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419595" y="2453115"/>
            <a:ext cx="4332897" cy="578473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Namn, titel</a:t>
            </a:r>
            <a:br>
              <a:rPr lang="sv-SE"/>
            </a:br>
            <a:r>
              <a:rPr lang="sv-SE"/>
              <a:t>åååå-mm-dd</a:t>
            </a:r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05" y="4581219"/>
            <a:ext cx="1296000" cy="3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7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rtsida croiss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2467" cy="5148263"/>
          </a:xfrm>
          <a:prstGeom prst="rect">
            <a:avLst/>
          </a:prstGeom>
        </p:spPr>
      </p:pic>
      <p:pic>
        <p:nvPicPr>
          <p:cNvPr id="8" name="Bildobjekt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063" y="844061"/>
            <a:ext cx="4583072" cy="3790195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2419643" y="1346075"/>
            <a:ext cx="4332850" cy="1103540"/>
          </a:xfrm>
        </p:spPr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br>
              <a:rPr lang="sv-SE" b="0"/>
            </a:br>
            <a:br>
              <a:rPr lang="sv-SE" b="0"/>
            </a:br>
            <a:r>
              <a:rPr lang="sv-SE" b="0"/>
              <a:t> </a:t>
            </a:r>
            <a:r>
              <a:rPr lang="sv-SE"/>
              <a:t>Presentationens titel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419595" y="2453115"/>
            <a:ext cx="4332897" cy="578473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Namn, titel</a:t>
            </a:r>
            <a:br>
              <a:rPr lang="sv-SE"/>
            </a:br>
            <a:r>
              <a:rPr lang="sv-SE"/>
              <a:t>åååå-mm-dd</a:t>
            </a:r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05" y="4581219"/>
            <a:ext cx="1296000" cy="3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6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text 6"/>
          <p:cNvSpPr>
            <a:spLocks noGrp="1"/>
          </p:cNvSpPr>
          <p:nvPr>
            <p:ph type="body" sz="quarter" idx="13"/>
          </p:nvPr>
        </p:nvSpPr>
        <p:spPr>
          <a:xfrm>
            <a:off x="3241675" y="1134000"/>
            <a:ext cx="5548313" cy="3460750"/>
          </a:xfrm>
        </p:spPr>
        <p:txBody>
          <a:bodyPr/>
          <a:lstStyle>
            <a:lvl1pPr>
              <a:defRPr lang="sv-SE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sv-S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sv-SE" sz="1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0587" indent="-228600">
              <a:defRPr lang="sv-SE" sz="8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5050" indent="-228600">
              <a:defRPr lang="sv-SE" sz="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l" defTabSz="450850" rtl="0" eaLnBrk="1" latinLnBrk="0" hangingPunct="1">
              <a:lnSpc>
                <a:spcPct val="130000"/>
              </a:lnSpc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Klicka här för att ändra format på bakgrundstexten</a:t>
            </a:r>
          </a:p>
          <a:p>
            <a:pPr marL="342900" lvl="1" indent="-342900" algn="l" defTabSz="450850" rtl="0" eaLnBrk="1" latinLnBrk="0" hangingPunct="1">
              <a:lnSpc>
                <a:spcPct val="130000"/>
              </a:lnSpc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två</a:t>
            </a:r>
          </a:p>
          <a:p>
            <a:pPr marL="342900" lvl="2" indent="-342900" algn="l" defTabSz="450850" rtl="0" eaLnBrk="1" latinLnBrk="0" hangingPunct="1">
              <a:lnSpc>
                <a:spcPct val="130000"/>
              </a:lnSpc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tre</a:t>
            </a:r>
          </a:p>
          <a:p>
            <a:pPr marL="342900" lvl="3" indent="-342900" algn="l" defTabSz="450850" rtl="0" eaLnBrk="1" latinLnBrk="0" hangingPunct="1">
              <a:lnSpc>
                <a:spcPct val="130000"/>
              </a:lnSpc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fyra</a:t>
            </a:r>
          </a:p>
          <a:p>
            <a:pPr marL="342900" lvl="4" indent="-342900" algn="l" defTabSz="450850" rtl="0" eaLnBrk="1" latinLnBrk="0" hangingPunct="1">
              <a:lnSpc>
                <a:spcPct val="130000"/>
              </a:lnSpc>
              <a:spcBef>
                <a:spcPts val="1200"/>
              </a:spcBef>
              <a:buClr>
                <a:schemeClr val="tx2"/>
              </a:buClr>
              <a:buFont typeface="+mj-lt"/>
              <a:buAutoNum type="arabicPeriod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fem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sv-SE"/>
              <a:t>Innehåll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17A0-4015-4D7E-A058-BD66CB0D4545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194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mellangrö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/>
          <p:cNvSpPr/>
          <p:nvPr userDrawn="1"/>
        </p:nvSpPr>
        <p:spPr>
          <a:xfrm>
            <a:off x="0" y="0"/>
            <a:ext cx="9144000" cy="51482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Kapitelsida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C7037F-D7C0-43DC-B789-CB599F869F45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7" name="Rak 6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/>
          <p:cNvCxnSpPr/>
          <p:nvPr userDrawn="1"/>
        </p:nvCxnSpPr>
        <p:spPr>
          <a:xfrm>
            <a:off x="366713" y="4780273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8330627" y="4845050"/>
            <a:ext cx="449262" cy="131763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cxnSp>
        <p:nvCxnSpPr>
          <p:cNvPr id="13" name="Rak 12"/>
          <p:cNvCxnSpPr/>
          <p:nvPr userDrawn="1"/>
        </p:nvCxnSpPr>
        <p:spPr>
          <a:xfrm>
            <a:off x="-362309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/>
          <p:nvPr userDrawn="1"/>
        </p:nvCxnSpPr>
        <p:spPr>
          <a:xfrm>
            <a:off x="-362309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/>
          <p:nvPr userDrawn="1"/>
        </p:nvCxnSpPr>
        <p:spPr>
          <a:xfrm>
            <a:off x="9252520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k 15"/>
          <p:cNvCxnSpPr/>
          <p:nvPr userDrawn="1"/>
        </p:nvCxnSpPr>
        <p:spPr>
          <a:xfrm>
            <a:off x="9252520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ruta 20"/>
          <p:cNvSpPr txBox="1"/>
          <p:nvPr userDrawn="1"/>
        </p:nvSpPr>
        <p:spPr>
          <a:xfrm>
            <a:off x="-1163806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2" name="textruta 21"/>
          <p:cNvSpPr txBox="1"/>
          <p:nvPr userDrawn="1"/>
        </p:nvSpPr>
        <p:spPr>
          <a:xfrm>
            <a:off x="-119907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  <p:sp>
        <p:nvSpPr>
          <p:cNvPr id="23" name="textruta 22"/>
          <p:cNvSpPr txBox="1"/>
          <p:nvPr userDrawn="1"/>
        </p:nvSpPr>
        <p:spPr>
          <a:xfrm>
            <a:off x="9252520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4" name="textruta 23"/>
          <p:cNvSpPr txBox="1"/>
          <p:nvPr userDrawn="1"/>
        </p:nvSpPr>
        <p:spPr>
          <a:xfrm>
            <a:off x="921725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</p:spTree>
    <p:extLst>
      <p:ext uri="{BB962C8B-B14F-4D97-AF65-F5344CB8AC3E}">
        <p14:creationId xmlns:p14="http://schemas.microsoft.com/office/powerpoint/2010/main" val="354593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ljusgrö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/>
          <p:cNvSpPr/>
          <p:nvPr userDrawn="1"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Kapitelsida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5C3558-A79C-45FB-8E35-F8DFD9D65119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7" name="Rak 6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/>
          <p:cNvCxnSpPr/>
          <p:nvPr userDrawn="1"/>
        </p:nvCxnSpPr>
        <p:spPr>
          <a:xfrm>
            <a:off x="366713" y="4780273"/>
            <a:ext cx="8418512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8330627" y="4845050"/>
            <a:ext cx="449262" cy="131763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cxnSp>
        <p:nvCxnSpPr>
          <p:cNvPr id="10" name="Rak 9"/>
          <p:cNvCxnSpPr/>
          <p:nvPr userDrawn="1"/>
        </p:nvCxnSpPr>
        <p:spPr>
          <a:xfrm>
            <a:off x="-362309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/>
          <p:nvPr userDrawn="1"/>
        </p:nvCxnSpPr>
        <p:spPr>
          <a:xfrm>
            <a:off x="-362309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/>
          <p:nvPr userDrawn="1"/>
        </p:nvCxnSpPr>
        <p:spPr>
          <a:xfrm>
            <a:off x="9252520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/>
          <p:nvPr userDrawn="1"/>
        </p:nvCxnSpPr>
        <p:spPr>
          <a:xfrm>
            <a:off x="9252520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ruta 19"/>
          <p:cNvSpPr txBox="1"/>
          <p:nvPr userDrawn="1"/>
        </p:nvSpPr>
        <p:spPr>
          <a:xfrm>
            <a:off x="-1163806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1" name="textruta 20"/>
          <p:cNvSpPr txBox="1"/>
          <p:nvPr userDrawn="1"/>
        </p:nvSpPr>
        <p:spPr>
          <a:xfrm>
            <a:off x="-119907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  <p:sp>
        <p:nvSpPr>
          <p:cNvPr id="22" name="textruta 21"/>
          <p:cNvSpPr txBox="1"/>
          <p:nvPr userDrawn="1"/>
        </p:nvSpPr>
        <p:spPr>
          <a:xfrm>
            <a:off x="9252520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3" name="textruta 22"/>
          <p:cNvSpPr txBox="1"/>
          <p:nvPr userDrawn="1"/>
        </p:nvSpPr>
        <p:spPr>
          <a:xfrm>
            <a:off x="921725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</p:spTree>
    <p:extLst>
      <p:ext uri="{BB962C8B-B14F-4D97-AF65-F5344CB8AC3E}">
        <p14:creationId xmlns:p14="http://schemas.microsoft.com/office/powerpoint/2010/main" val="135873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mörkgrö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/>
          <p:cNvSpPr/>
          <p:nvPr userDrawn="1"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Kapitelsida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3F67D6-69D7-4072-A1EB-03BC2DD9FB11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7" name="Rak 6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/>
          <p:cNvCxnSpPr/>
          <p:nvPr userDrawn="1"/>
        </p:nvCxnSpPr>
        <p:spPr>
          <a:xfrm>
            <a:off x="366713" y="4780273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8330627" y="4845050"/>
            <a:ext cx="449262" cy="131763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cxnSp>
        <p:nvCxnSpPr>
          <p:cNvPr id="10" name="Rak 9"/>
          <p:cNvCxnSpPr/>
          <p:nvPr userDrawn="1"/>
        </p:nvCxnSpPr>
        <p:spPr>
          <a:xfrm>
            <a:off x="-362309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/>
          <p:nvPr userDrawn="1"/>
        </p:nvCxnSpPr>
        <p:spPr>
          <a:xfrm>
            <a:off x="-362309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/>
          <p:nvPr userDrawn="1"/>
        </p:nvCxnSpPr>
        <p:spPr>
          <a:xfrm>
            <a:off x="9252520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/>
          <p:nvPr userDrawn="1"/>
        </p:nvCxnSpPr>
        <p:spPr>
          <a:xfrm>
            <a:off x="9252520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ruta 19"/>
          <p:cNvSpPr txBox="1"/>
          <p:nvPr userDrawn="1"/>
        </p:nvSpPr>
        <p:spPr>
          <a:xfrm>
            <a:off x="-1163806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1" name="textruta 20"/>
          <p:cNvSpPr txBox="1"/>
          <p:nvPr userDrawn="1"/>
        </p:nvSpPr>
        <p:spPr>
          <a:xfrm>
            <a:off x="-119907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  <p:sp>
        <p:nvSpPr>
          <p:cNvPr id="22" name="textruta 21"/>
          <p:cNvSpPr txBox="1"/>
          <p:nvPr userDrawn="1"/>
        </p:nvSpPr>
        <p:spPr>
          <a:xfrm>
            <a:off x="9252520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3" name="textruta 22"/>
          <p:cNvSpPr txBox="1"/>
          <p:nvPr userDrawn="1"/>
        </p:nvSpPr>
        <p:spPr>
          <a:xfrm>
            <a:off x="921725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</p:spTree>
    <p:extLst>
      <p:ext uri="{BB962C8B-B14F-4D97-AF65-F5344CB8AC3E}">
        <p14:creationId xmlns:p14="http://schemas.microsoft.com/office/powerpoint/2010/main" val="409710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Kapitelsida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397001-0239-4404-A62D-B83F1785DEE7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7" name="Rak 6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/>
          <p:cNvCxnSpPr/>
          <p:nvPr userDrawn="1"/>
        </p:nvCxnSpPr>
        <p:spPr>
          <a:xfrm>
            <a:off x="366713" y="4780273"/>
            <a:ext cx="8418512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8330627" y="4845050"/>
            <a:ext cx="449262" cy="131763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cxnSp>
        <p:nvCxnSpPr>
          <p:cNvPr id="10" name="Rak 9"/>
          <p:cNvCxnSpPr/>
          <p:nvPr userDrawn="1"/>
        </p:nvCxnSpPr>
        <p:spPr>
          <a:xfrm>
            <a:off x="-362309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/>
          <p:nvPr userDrawn="1"/>
        </p:nvCxnSpPr>
        <p:spPr>
          <a:xfrm>
            <a:off x="-362309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/>
          <p:nvPr userDrawn="1"/>
        </p:nvCxnSpPr>
        <p:spPr>
          <a:xfrm>
            <a:off x="9252520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/>
          <p:nvPr userDrawn="1"/>
        </p:nvCxnSpPr>
        <p:spPr>
          <a:xfrm>
            <a:off x="9252520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ruta 19"/>
          <p:cNvSpPr txBox="1"/>
          <p:nvPr userDrawn="1"/>
        </p:nvSpPr>
        <p:spPr>
          <a:xfrm>
            <a:off x="-1725283" y="1963939"/>
            <a:ext cx="1626343" cy="460083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72000" bIns="0" rtlCol="0" anchor="ctr">
            <a:noAutofit/>
          </a:bodyPr>
          <a:lstStyle/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Utskrift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vänlig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version:</a:t>
            </a:r>
          </a:p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presentationen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skrivas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använd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7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vita </a:t>
            </a:r>
            <a:r>
              <a:rPr lang="en-US" sz="7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sidorna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1" name="textruta 20"/>
          <p:cNvSpPr txBox="1"/>
          <p:nvPr userDrawn="1"/>
        </p:nvSpPr>
        <p:spPr>
          <a:xfrm>
            <a:off x="-1163806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2" name="textruta 21"/>
          <p:cNvSpPr txBox="1"/>
          <p:nvPr userDrawn="1"/>
        </p:nvSpPr>
        <p:spPr>
          <a:xfrm>
            <a:off x="-119907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  <p:sp>
        <p:nvSpPr>
          <p:cNvPr id="23" name="textruta 22"/>
          <p:cNvSpPr txBox="1"/>
          <p:nvPr userDrawn="1"/>
        </p:nvSpPr>
        <p:spPr>
          <a:xfrm>
            <a:off x="9252520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4" name="textruta 23"/>
          <p:cNvSpPr txBox="1"/>
          <p:nvPr userDrawn="1"/>
        </p:nvSpPr>
        <p:spPr>
          <a:xfrm>
            <a:off x="921725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</p:spTree>
    <p:extLst>
      <p:ext uri="{BB962C8B-B14F-4D97-AF65-F5344CB8AC3E}">
        <p14:creationId xmlns:p14="http://schemas.microsoft.com/office/powerpoint/2010/main" val="56514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Blåbä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" y="0"/>
            <a:ext cx="9138928" cy="5148263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Kapitelsida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314F54-6F10-448C-9ADE-73AE63F65DBB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7" name="Rak 6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/>
          <p:cNvCxnSpPr/>
          <p:nvPr userDrawn="1"/>
        </p:nvCxnSpPr>
        <p:spPr>
          <a:xfrm>
            <a:off x="366713" y="4780273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8330627" y="4845050"/>
            <a:ext cx="449262" cy="131763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505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Glasspinn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" y="0"/>
            <a:ext cx="9138928" cy="5148262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Kapitelsida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5C5B11-FB4F-48A3-9889-C960002051D6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7" name="Rak 6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/>
          <p:cNvCxnSpPr/>
          <p:nvPr userDrawn="1"/>
        </p:nvCxnSpPr>
        <p:spPr>
          <a:xfrm>
            <a:off x="366713" y="4780273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8330627" y="4845050"/>
            <a:ext cx="449262" cy="131763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311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Rödbe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" y="0"/>
            <a:ext cx="9138926" cy="5148262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Kapitelsida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9D46FA-090B-41C9-9469-265A8038B596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7" name="Rak 6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/>
          <p:cNvCxnSpPr/>
          <p:nvPr userDrawn="1"/>
        </p:nvCxnSpPr>
        <p:spPr>
          <a:xfrm>
            <a:off x="366713" y="4780273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8322943" y="4845050"/>
            <a:ext cx="449262" cy="131763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360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rödtext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/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CBED0-4D92-4A44-95F2-390A7711FB88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366713" y="1204913"/>
            <a:ext cx="2689225" cy="3368675"/>
          </a:xfrm>
        </p:spPr>
        <p:txBody>
          <a:bodyPr tIns="756000"/>
          <a:lstStyle>
            <a:lvl1pPr marL="0" indent="0" algn="ctr">
              <a:buFontTx/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4"/>
          </p:nvPr>
        </p:nvSpPr>
        <p:spPr>
          <a:xfrm>
            <a:off x="3241675" y="1134000"/>
            <a:ext cx="5548313" cy="3439588"/>
          </a:xfrm>
        </p:spPr>
        <p:txBody>
          <a:bodyPr/>
          <a:lstStyle>
            <a:lvl1pPr>
              <a:defRPr lang="sv-S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204788">
              <a:defRPr lang="sv-S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04788">
              <a:defRPr lang="sv-SE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Klicka här för att ändra format på bakgrundstexten</a:t>
            </a:r>
          </a:p>
          <a:p>
            <a:pPr marL="0" lvl="1" indent="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två</a:t>
            </a:r>
          </a:p>
          <a:p>
            <a:pPr marL="0" lvl="2" indent="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tre</a:t>
            </a:r>
          </a:p>
          <a:p>
            <a:pPr marL="0" lvl="3" indent="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fyra</a:t>
            </a:r>
          </a:p>
          <a:p>
            <a:pPr marL="0" lvl="4" indent="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55397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 och punktl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70000"/>
            <a:ext cx="8419467" cy="508532"/>
          </a:xfrm>
        </p:spPr>
        <p:txBody>
          <a:bodyPr anchor="t" anchorCtr="0"/>
          <a:lstStyle/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1A7F-5EAC-4297-8746-D2CAD3EA3EED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7"/>
          <p:cNvSpPr>
            <a:spLocks noGrp="1"/>
          </p:cNvSpPr>
          <p:nvPr>
            <p:ph type="body" sz="quarter" idx="13" hasCustomPrompt="1"/>
          </p:nvPr>
        </p:nvSpPr>
        <p:spPr>
          <a:xfrm>
            <a:off x="366493" y="724341"/>
            <a:ext cx="8418781" cy="302602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7" name="Platshållare för text 6"/>
          <p:cNvSpPr>
            <a:spLocks noGrp="1"/>
          </p:cNvSpPr>
          <p:nvPr>
            <p:ph type="body" sz="quarter" idx="14"/>
          </p:nvPr>
        </p:nvSpPr>
        <p:spPr>
          <a:xfrm>
            <a:off x="3241675" y="1134000"/>
            <a:ext cx="5548313" cy="3368675"/>
          </a:xfrm>
        </p:spPr>
        <p:txBody>
          <a:bodyPr/>
          <a:lstStyle>
            <a:lvl1pPr marL="226800" indent="-226800">
              <a:defRPr lang="sv-S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204788">
              <a:defRPr lang="sv-S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226800" lvl="0" indent="-22680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Klicka här för att ändra format på bakgrundstexten</a:t>
            </a:r>
          </a:p>
          <a:p>
            <a:pPr marL="226800" lvl="1" indent="-22680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två</a:t>
            </a:r>
          </a:p>
          <a:p>
            <a:pPr marL="226800" lvl="2" indent="-22680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tre</a:t>
            </a:r>
          </a:p>
          <a:p>
            <a:pPr marL="226800" lvl="3" indent="-22680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fyra</a:t>
            </a:r>
          </a:p>
          <a:p>
            <a:pPr marL="226800" lvl="4" indent="-226800" algn="l" defTabSz="45085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8925" algn="l"/>
                <a:tab pos="5468938" algn="r"/>
                <a:tab pos="5541963" algn="l"/>
              </a:tabLst>
            </a:pPr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486402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sto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/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2BE6-CBD4-4691-BE86-81313371DB81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366713" y="1204913"/>
            <a:ext cx="8423275" cy="3368675"/>
          </a:xfrm>
        </p:spPr>
        <p:txBody>
          <a:bodyPr tIns="756000"/>
          <a:lstStyle>
            <a:lvl1pPr marL="0" indent="0" algn="ctr">
              <a:buFontTx/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529827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ext, två sp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/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04AB-DBD0-47D2-ADF9-DC90F7DE4BF2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6" hasCustomPrompt="1"/>
          </p:nvPr>
        </p:nvSpPr>
        <p:spPr>
          <a:xfrm>
            <a:off x="366712" y="1341206"/>
            <a:ext cx="4119023" cy="3232382"/>
          </a:xfrm>
        </p:spPr>
        <p:txBody>
          <a:bodyPr/>
          <a:lstStyle>
            <a:lvl1pPr marL="0" marR="0" indent="0" algn="l" defTabSz="45085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lvl1pPr>
            <a:lvl2pPr>
              <a:spcBef>
                <a:spcPts val="1200"/>
              </a:spcBef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45085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pPr>
            <a:r>
              <a:rPr lang="sv-SE"/>
              <a:t>Brödtext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0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366712" y="828137"/>
            <a:ext cx="4119023" cy="541778"/>
          </a:xfrm>
        </p:spPr>
        <p:txBody>
          <a:bodyPr anchor="b"/>
          <a:lstStyle>
            <a:lvl1pPr marL="0" indent="0">
              <a:lnSpc>
                <a:spcPts val="1600"/>
              </a:lnSpc>
              <a:buNone/>
              <a:defRPr b="1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3" name="Platshållare för text 4"/>
          <p:cNvSpPr>
            <a:spLocks noGrp="1"/>
          </p:cNvSpPr>
          <p:nvPr>
            <p:ph type="body" sz="quarter" idx="18" hasCustomPrompt="1"/>
          </p:nvPr>
        </p:nvSpPr>
        <p:spPr>
          <a:xfrm>
            <a:off x="4663886" y="1341206"/>
            <a:ext cx="4119023" cy="3232382"/>
          </a:xfrm>
        </p:spPr>
        <p:txBody>
          <a:bodyPr/>
          <a:lstStyle>
            <a:lvl1pPr marL="0" marR="0" indent="0" algn="l" defTabSz="45085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lvl1pPr>
            <a:lvl2pPr>
              <a:spcBef>
                <a:spcPts val="1200"/>
              </a:spcBef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45085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pPr>
            <a:r>
              <a:rPr lang="sv-SE"/>
              <a:t>Brödtext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Platshållare för text 4"/>
          <p:cNvSpPr>
            <a:spLocks noGrp="1"/>
          </p:cNvSpPr>
          <p:nvPr>
            <p:ph type="body" sz="quarter" idx="19" hasCustomPrompt="1"/>
          </p:nvPr>
        </p:nvSpPr>
        <p:spPr>
          <a:xfrm>
            <a:off x="4663886" y="828137"/>
            <a:ext cx="4119023" cy="541778"/>
          </a:xfrm>
        </p:spPr>
        <p:txBody>
          <a:bodyPr anchor="b"/>
          <a:lstStyle>
            <a:lvl1pPr marL="0" indent="0">
              <a:lnSpc>
                <a:spcPts val="1600"/>
              </a:lnSpc>
              <a:buNone/>
              <a:defRPr b="1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Underrubrik</a:t>
            </a:r>
          </a:p>
        </p:txBody>
      </p:sp>
    </p:spTree>
    <p:extLst>
      <p:ext uri="{BB962C8B-B14F-4D97-AF65-F5344CB8AC3E}">
        <p14:creationId xmlns:p14="http://schemas.microsoft.com/office/powerpoint/2010/main" val="2068987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ext, tre sp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EA1D6-7BA6-4354-818F-6669E2A871C6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  <p:sp>
        <p:nvSpPr>
          <p:cNvPr id="11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366713" y="1341206"/>
            <a:ext cx="2689226" cy="3232382"/>
          </a:xfrm>
        </p:spPr>
        <p:txBody>
          <a:bodyPr/>
          <a:lstStyle>
            <a:lvl1pPr marL="0" marR="0" indent="0" algn="l" defTabSz="45085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lvl1pPr>
            <a:lvl2pPr>
              <a:spcBef>
                <a:spcPts val="1200"/>
              </a:spcBef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45085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pPr>
            <a:r>
              <a:rPr lang="sv-SE"/>
              <a:t>Brödtext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2" name="Platshållare för text 4"/>
          <p:cNvSpPr>
            <a:spLocks noGrp="1"/>
          </p:cNvSpPr>
          <p:nvPr>
            <p:ph type="body" sz="quarter" idx="18" hasCustomPrompt="1"/>
          </p:nvPr>
        </p:nvSpPr>
        <p:spPr>
          <a:xfrm>
            <a:off x="366713" y="819509"/>
            <a:ext cx="2689226" cy="550405"/>
          </a:xfrm>
        </p:spPr>
        <p:txBody>
          <a:bodyPr anchor="b"/>
          <a:lstStyle>
            <a:lvl1pPr marL="0" indent="0">
              <a:lnSpc>
                <a:spcPts val="1600"/>
              </a:lnSpc>
              <a:buNone/>
              <a:defRPr b="1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3" name="Platshållare för text 4"/>
          <p:cNvSpPr>
            <a:spLocks noGrp="1"/>
          </p:cNvSpPr>
          <p:nvPr>
            <p:ph type="body" sz="quarter" idx="19" hasCustomPrompt="1"/>
          </p:nvPr>
        </p:nvSpPr>
        <p:spPr>
          <a:xfrm>
            <a:off x="3238352" y="1341206"/>
            <a:ext cx="2683023" cy="3232382"/>
          </a:xfrm>
        </p:spPr>
        <p:txBody>
          <a:bodyPr/>
          <a:lstStyle>
            <a:lvl1pPr marL="0" marR="0" indent="0" algn="l" defTabSz="45085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lvl1pPr>
            <a:lvl2pPr>
              <a:spcBef>
                <a:spcPts val="1200"/>
              </a:spcBef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45085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pPr>
            <a:r>
              <a:rPr lang="sv-SE"/>
              <a:t>Brödtext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Platshållare för text 4"/>
          <p:cNvSpPr>
            <a:spLocks noGrp="1"/>
          </p:cNvSpPr>
          <p:nvPr>
            <p:ph type="body" sz="quarter" idx="20" hasCustomPrompt="1"/>
          </p:nvPr>
        </p:nvSpPr>
        <p:spPr>
          <a:xfrm>
            <a:off x="3238352" y="819509"/>
            <a:ext cx="2683023" cy="550405"/>
          </a:xfrm>
        </p:spPr>
        <p:txBody>
          <a:bodyPr anchor="b"/>
          <a:lstStyle>
            <a:lvl1pPr marL="0" indent="0">
              <a:lnSpc>
                <a:spcPts val="1600"/>
              </a:lnSpc>
              <a:buNone/>
              <a:defRPr b="1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5" name="Platshållare för text 4"/>
          <p:cNvSpPr>
            <a:spLocks noGrp="1"/>
          </p:cNvSpPr>
          <p:nvPr>
            <p:ph type="body" sz="quarter" idx="21" hasCustomPrompt="1"/>
          </p:nvPr>
        </p:nvSpPr>
        <p:spPr>
          <a:xfrm>
            <a:off x="6101420" y="1341206"/>
            <a:ext cx="2683023" cy="3232382"/>
          </a:xfrm>
        </p:spPr>
        <p:txBody>
          <a:bodyPr/>
          <a:lstStyle>
            <a:lvl1pPr marL="0" marR="0" indent="0" algn="l" defTabSz="45085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lvl1pPr>
            <a:lvl2pPr>
              <a:spcBef>
                <a:spcPts val="1200"/>
              </a:spcBef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45085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88925" algn="l"/>
                <a:tab pos="5468938" algn="r"/>
                <a:tab pos="5541963" algn="l"/>
              </a:tabLst>
              <a:defRPr/>
            </a:pPr>
            <a:r>
              <a:rPr lang="sv-SE"/>
              <a:t>Brödtext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6" name="Platshållare för 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6101420" y="819509"/>
            <a:ext cx="2683023" cy="550405"/>
          </a:xfrm>
        </p:spPr>
        <p:txBody>
          <a:bodyPr anchor="b"/>
          <a:lstStyle>
            <a:lvl1pPr marL="0" indent="0">
              <a:lnSpc>
                <a:spcPts val="1600"/>
              </a:lnSpc>
              <a:buNone/>
              <a:defRPr b="1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Underrubrik</a:t>
            </a:r>
          </a:p>
        </p:txBody>
      </p:sp>
    </p:spTree>
    <p:extLst>
      <p:ext uri="{BB962C8B-B14F-4D97-AF65-F5344CB8AC3E}">
        <p14:creationId xmlns:p14="http://schemas.microsoft.com/office/powerpoint/2010/main" val="546659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/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96B6-3EDC-4F10-B567-07E1BF3826D1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8810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18DFD-70AF-4AAE-AAC1-60F762CC62AF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5074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ext, sto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text 4"/>
          <p:cNvSpPr>
            <a:spLocks noGrp="1"/>
          </p:cNvSpPr>
          <p:nvPr>
            <p:ph type="body" sz="quarter" idx="14" hasCustomPrompt="1"/>
          </p:nvPr>
        </p:nvSpPr>
        <p:spPr>
          <a:xfrm>
            <a:off x="366713" y="1134000"/>
            <a:ext cx="2689225" cy="3460750"/>
          </a:xfrm>
        </p:spPr>
        <p:txBody>
          <a:bodyPr/>
          <a:lstStyle>
            <a:lvl1pPr>
              <a:defRPr/>
            </a:lvl1pPr>
            <a:lvl2pPr marL="453600" indent="-204788">
              <a:defRPr lang="sv-S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sv-SE"/>
              <a:t>Brödtext</a:t>
            </a:r>
          </a:p>
          <a:p>
            <a:pPr marL="453600" lvl="1" indent="-204788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/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9A85-1D53-48FF-86F7-13234C7AFD64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3241676" y="1204913"/>
            <a:ext cx="5543550" cy="3368675"/>
          </a:xfrm>
        </p:spPr>
        <p:txBody>
          <a:bodyPr tIns="756000"/>
          <a:lstStyle>
            <a:lvl1pPr marL="0" indent="0" algn="ctr">
              <a:buFontTx/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4003823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365757" y="269805"/>
            <a:ext cx="8419467" cy="508532"/>
          </a:xfrm>
        </p:spPr>
        <p:txBody>
          <a:bodyPr anchor="t"/>
          <a:lstStyle/>
          <a:p>
            <a:r>
              <a:rPr lang="sv-SE"/>
              <a:t>Rubrik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95A8-7C8F-4054-9AC1-D60515B489CF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diagram 6"/>
          <p:cNvSpPr>
            <a:spLocks noGrp="1"/>
          </p:cNvSpPr>
          <p:nvPr>
            <p:ph type="chart" sz="quarter" idx="13"/>
          </p:nvPr>
        </p:nvSpPr>
        <p:spPr>
          <a:xfrm>
            <a:off x="366713" y="1204913"/>
            <a:ext cx="8418512" cy="336867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/>
              <a:t>Klicka på ikonen för att lägga till ett diagram</a:t>
            </a:r>
          </a:p>
        </p:txBody>
      </p:sp>
    </p:spTree>
    <p:extLst>
      <p:ext uri="{BB962C8B-B14F-4D97-AF65-F5344CB8AC3E}">
        <p14:creationId xmlns:p14="http://schemas.microsoft.com/office/powerpoint/2010/main" val="4070671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sida grö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 userDrawn="1"/>
        </p:nvSpPr>
        <p:spPr>
          <a:xfrm>
            <a:off x="0" y="0"/>
            <a:ext cx="9144000" cy="51482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65757" y="269805"/>
            <a:ext cx="3685738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7" name="Platshållare för text 6"/>
          <p:cNvSpPr>
            <a:spLocks noGrp="1"/>
          </p:cNvSpPr>
          <p:nvPr>
            <p:ph type="body" sz="quarter" idx="10" hasCustomPrompt="1"/>
          </p:nvPr>
        </p:nvSpPr>
        <p:spPr>
          <a:xfrm>
            <a:off x="6103937" y="325167"/>
            <a:ext cx="2681287" cy="101150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sv-SE"/>
              <a:t>Förnamn Efternamn</a:t>
            </a:r>
          </a:p>
          <a:p>
            <a:r>
              <a:rPr lang="sv-SE"/>
              <a:t>Titel</a:t>
            </a:r>
          </a:p>
          <a:p>
            <a:r>
              <a:rPr lang="sv-SE"/>
              <a:t>förnamn.efternamn@coop.se</a:t>
            </a:r>
          </a:p>
          <a:p>
            <a:r>
              <a:rPr lang="sv-SE"/>
              <a:t>+XX XXX </a:t>
            </a:r>
            <a:r>
              <a:rPr lang="sv-SE" err="1"/>
              <a:t>XXX</a:t>
            </a:r>
            <a:r>
              <a:rPr lang="sv-SE"/>
              <a:t> </a:t>
            </a:r>
            <a:r>
              <a:rPr lang="sv-SE" err="1"/>
              <a:t>XXX</a:t>
            </a:r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3915973" y="4573588"/>
            <a:ext cx="1299396" cy="381097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11" name="textruta 10"/>
          <p:cNvSpPr txBox="1"/>
          <p:nvPr userDrawn="1"/>
        </p:nvSpPr>
        <p:spPr>
          <a:xfrm>
            <a:off x="-1725283" y="1963939"/>
            <a:ext cx="1626343" cy="460083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72000" bIns="0" rtlCol="0" anchor="ctr">
            <a:noAutofit/>
          </a:bodyPr>
          <a:lstStyle/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Utskriftsvänlig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version:</a:t>
            </a:r>
          </a:p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presentationen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skrivas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använd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7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vita </a:t>
            </a:r>
            <a:r>
              <a:rPr lang="en-US" sz="7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sidorna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7574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sida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65757" y="269805"/>
            <a:ext cx="3685738" cy="50853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7" name="Platshållare för text 6"/>
          <p:cNvSpPr>
            <a:spLocks noGrp="1"/>
          </p:cNvSpPr>
          <p:nvPr>
            <p:ph type="body" sz="quarter" idx="10" hasCustomPrompt="1"/>
          </p:nvPr>
        </p:nvSpPr>
        <p:spPr>
          <a:xfrm>
            <a:off x="6103937" y="325167"/>
            <a:ext cx="2681287" cy="101150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sv-SE"/>
              <a:t>Förnamn Efternamn</a:t>
            </a:r>
          </a:p>
          <a:p>
            <a:r>
              <a:rPr lang="sv-SE"/>
              <a:t>Titel</a:t>
            </a:r>
          </a:p>
          <a:p>
            <a:r>
              <a:rPr lang="sv-SE"/>
              <a:t>förnamn.efternamn@coop.se</a:t>
            </a:r>
          </a:p>
          <a:p>
            <a:r>
              <a:rPr lang="sv-SE"/>
              <a:t>+XX XXX </a:t>
            </a:r>
            <a:r>
              <a:rPr lang="sv-SE" err="1"/>
              <a:t>XXX</a:t>
            </a:r>
            <a:r>
              <a:rPr lang="sv-SE"/>
              <a:t> </a:t>
            </a:r>
            <a:r>
              <a:rPr lang="sv-SE" err="1"/>
              <a:t>XXX</a:t>
            </a:r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3915973" y="4573588"/>
            <a:ext cx="1299396" cy="381097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11" name="textruta 10"/>
          <p:cNvSpPr txBox="1"/>
          <p:nvPr userDrawn="1"/>
        </p:nvSpPr>
        <p:spPr>
          <a:xfrm>
            <a:off x="-1725283" y="1963939"/>
            <a:ext cx="1626343" cy="460083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72000" bIns="0" rtlCol="0" anchor="ctr">
            <a:noAutofit/>
          </a:bodyPr>
          <a:lstStyle/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Utskriftsvänlig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version:</a:t>
            </a:r>
          </a:p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presentationen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skrivas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använd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7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vita </a:t>
            </a:r>
            <a:r>
              <a:rPr lang="en-US" sz="7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sidorna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1714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sida ta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"/>
            <a:ext cx="9152468" cy="5145720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65757" y="269805"/>
            <a:ext cx="3685738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7" name="Platshållare för text 6"/>
          <p:cNvSpPr>
            <a:spLocks noGrp="1"/>
          </p:cNvSpPr>
          <p:nvPr>
            <p:ph type="body" sz="quarter" idx="10"/>
          </p:nvPr>
        </p:nvSpPr>
        <p:spPr>
          <a:xfrm>
            <a:off x="6103937" y="325167"/>
            <a:ext cx="2681287" cy="101150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cxnSp>
        <p:nvCxnSpPr>
          <p:cNvPr id="8" name="Rak 7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3915973" y="4573588"/>
            <a:ext cx="1299396" cy="381097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9" name="textruta 8"/>
          <p:cNvSpPr txBox="1"/>
          <p:nvPr userDrawn="1"/>
        </p:nvSpPr>
        <p:spPr>
          <a:xfrm>
            <a:off x="-1725283" y="1963939"/>
            <a:ext cx="1626343" cy="460083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72000" bIns="0" rtlCol="0" anchor="ctr">
            <a:noAutofit/>
          </a:bodyPr>
          <a:lstStyle/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Utskriftsvänlig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version:</a:t>
            </a:r>
          </a:p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presentationen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skrivas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använd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7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vita </a:t>
            </a:r>
            <a:r>
              <a:rPr lang="en-US" sz="7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sidorna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00839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sida piz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71"/>
            <a:ext cx="9152466" cy="5145720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65757" y="269805"/>
            <a:ext cx="3685738" cy="50853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7" name="Platshållare för text 6"/>
          <p:cNvSpPr>
            <a:spLocks noGrp="1"/>
          </p:cNvSpPr>
          <p:nvPr>
            <p:ph type="body" sz="quarter" idx="10"/>
          </p:nvPr>
        </p:nvSpPr>
        <p:spPr>
          <a:xfrm>
            <a:off x="6103937" y="325167"/>
            <a:ext cx="2681287" cy="101150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cxnSp>
        <p:nvCxnSpPr>
          <p:cNvPr id="8" name="Rak 7"/>
          <p:cNvCxnSpPr/>
          <p:nvPr userDrawn="1"/>
        </p:nvCxnSpPr>
        <p:spPr>
          <a:xfrm>
            <a:off x="366713" y="180000"/>
            <a:ext cx="841851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 userDrawn="1"/>
        </p:nvSpPr>
        <p:spPr bwMode="auto">
          <a:xfrm>
            <a:off x="3915973" y="4573588"/>
            <a:ext cx="1299396" cy="381097"/>
          </a:xfrm>
          <a:custGeom>
            <a:avLst/>
            <a:gdLst>
              <a:gd name="T0" fmla="*/ 1977 w 2303"/>
              <a:gd name="T1" fmla="*/ 0 h 670"/>
              <a:gd name="T2" fmla="*/ 1668 w 2303"/>
              <a:gd name="T3" fmla="*/ 171 h 670"/>
              <a:gd name="T4" fmla="*/ 1360 w 2303"/>
              <a:gd name="T5" fmla="*/ 0 h 670"/>
              <a:gd name="T6" fmla="*/ 1069 w 2303"/>
              <a:gd name="T7" fmla="*/ 136 h 670"/>
              <a:gd name="T8" fmla="*/ 777 w 2303"/>
              <a:gd name="T9" fmla="*/ 0 h 670"/>
              <a:gd name="T10" fmla="*/ 451 w 2303"/>
              <a:gd name="T11" fmla="*/ 267 h 670"/>
              <a:gd name="T12" fmla="*/ 477 w 2303"/>
              <a:gd name="T13" fmla="*/ 381 h 670"/>
              <a:gd name="T14" fmla="*/ 470 w 2303"/>
              <a:gd name="T15" fmla="*/ 384 h 670"/>
              <a:gd name="T16" fmla="*/ 443 w 2303"/>
              <a:gd name="T17" fmla="*/ 394 h 670"/>
              <a:gd name="T18" fmla="*/ 359 w 2303"/>
              <a:gd name="T19" fmla="*/ 404 h 670"/>
              <a:gd name="T20" fmla="*/ 200 w 2303"/>
              <a:gd name="T21" fmla="*/ 270 h 670"/>
              <a:gd name="T22" fmla="*/ 349 w 2303"/>
              <a:gd name="T23" fmla="*/ 129 h 670"/>
              <a:gd name="T24" fmla="*/ 430 w 2303"/>
              <a:gd name="T25" fmla="*/ 140 h 670"/>
              <a:gd name="T26" fmla="*/ 508 w 2303"/>
              <a:gd name="T27" fmla="*/ 41 h 670"/>
              <a:gd name="T28" fmla="*/ 478 w 2303"/>
              <a:gd name="T29" fmla="*/ 28 h 670"/>
              <a:gd name="T30" fmla="*/ 478 w 2303"/>
              <a:gd name="T31" fmla="*/ 28 h 670"/>
              <a:gd name="T32" fmla="*/ 326 w 2303"/>
              <a:gd name="T33" fmla="*/ 0 h 670"/>
              <a:gd name="T34" fmla="*/ 0 w 2303"/>
              <a:gd name="T35" fmla="*/ 267 h 670"/>
              <a:gd name="T36" fmla="*/ 326 w 2303"/>
              <a:gd name="T37" fmla="*/ 534 h 670"/>
              <a:gd name="T38" fmla="*/ 476 w 2303"/>
              <a:gd name="T39" fmla="*/ 513 h 670"/>
              <a:gd name="T40" fmla="*/ 565 w 2303"/>
              <a:gd name="T41" fmla="*/ 478 h 670"/>
              <a:gd name="T42" fmla="*/ 777 w 2303"/>
              <a:gd name="T43" fmla="*/ 534 h 670"/>
              <a:gd name="T44" fmla="*/ 1069 w 2303"/>
              <a:gd name="T45" fmla="*/ 398 h 670"/>
              <a:gd name="T46" fmla="*/ 1360 w 2303"/>
              <a:gd name="T47" fmla="*/ 534 h 670"/>
              <a:gd name="T48" fmla="*/ 1651 w 2303"/>
              <a:gd name="T49" fmla="*/ 398 h 670"/>
              <a:gd name="T50" fmla="*/ 1651 w 2303"/>
              <a:gd name="T51" fmla="*/ 670 h 670"/>
              <a:gd name="T52" fmla="*/ 1850 w 2303"/>
              <a:gd name="T53" fmla="*/ 670 h 670"/>
              <a:gd name="T54" fmla="*/ 1850 w 2303"/>
              <a:gd name="T55" fmla="*/ 516 h 670"/>
              <a:gd name="T56" fmla="*/ 1977 w 2303"/>
              <a:gd name="T57" fmla="*/ 534 h 670"/>
              <a:gd name="T58" fmla="*/ 2303 w 2303"/>
              <a:gd name="T59" fmla="*/ 267 h 670"/>
              <a:gd name="T60" fmla="*/ 1977 w 2303"/>
              <a:gd name="T61" fmla="*/ 0 h 670"/>
              <a:gd name="T62" fmla="*/ 777 w 2303"/>
              <a:gd name="T63" fmla="*/ 410 h 670"/>
              <a:gd name="T64" fmla="*/ 651 w 2303"/>
              <a:gd name="T65" fmla="*/ 267 h 670"/>
              <a:gd name="T66" fmla="*/ 777 w 2303"/>
              <a:gd name="T67" fmla="*/ 123 h 670"/>
              <a:gd name="T68" fmla="*/ 903 w 2303"/>
              <a:gd name="T69" fmla="*/ 267 h 670"/>
              <a:gd name="T70" fmla="*/ 777 w 2303"/>
              <a:gd name="T71" fmla="*/ 410 h 670"/>
              <a:gd name="T72" fmla="*/ 1360 w 2303"/>
              <a:gd name="T73" fmla="*/ 410 h 670"/>
              <a:gd name="T74" fmla="*/ 1234 w 2303"/>
              <a:gd name="T75" fmla="*/ 267 h 670"/>
              <a:gd name="T76" fmla="*/ 1360 w 2303"/>
              <a:gd name="T77" fmla="*/ 123 h 670"/>
              <a:gd name="T78" fmla="*/ 1486 w 2303"/>
              <a:gd name="T79" fmla="*/ 267 h 670"/>
              <a:gd name="T80" fmla="*/ 1360 w 2303"/>
              <a:gd name="T81" fmla="*/ 410 h 670"/>
              <a:gd name="T82" fmla="*/ 1977 w 2303"/>
              <a:gd name="T83" fmla="*/ 410 h 670"/>
              <a:gd name="T84" fmla="*/ 1851 w 2303"/>
              <a:gd name="T85" fmla="*/ 267 h 670"/>
              <a:gd name="T86" fmla="*/ 1977 w 2303"/>
              <a:gd name="T87" fmla="*/ 123 h 670"/>
              <a:gd name="T88" fmla="*/ 2103 w 2303"/>
              <a:gd name="T89" fmla="*/ 267 h 670"/>
              <a:gd name="T90" fmla="*/ 1977 w 2303"/>
              <a:gd name="T91" fmla="*/ 41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03" h="670">
                <a:moveTo>
                  <a:pt x="1977" y="0"/>
                </a:moveTo>
                <a:cubicBezTo>
                  <a:pt x="1830" y="0"/>
                  <a:pt x="1712" y="61"/>
                  <a:pt x="1668" y="171"/>
                </a:cubicBezTo>
                <a:cubicBezTo>
                  <a:pt x="1625" y="61"/>
                  <a:pt x="1506" y="0"/>
                  <a:pt x="1360" y="0"/>
                </a:cubicBezTo>
                <a:cubicBezTo>
                  <a:pt x="1230" y="0"/>
                  <a:pt x="1122" y="49"/>
                  <a:pt x="1069" y="136"/>
                </a:cubicBezTo>
                <a:cubicBezTo>
                  <a:pt x="1016" y="49"/>
                  <a:pt x="907" y="0"/>
                  <a:pt x="777" y="0"/>
                </a:cubicBezTo>
                <a:cubicBezTo>
                  <a:pt x="592" y="0"/>
                  <a:pt x="451" y="98"/>
                  <a:pt x="451" y="267"/>
                </a:cubicBezTo>
                <a:cubicBezTo>
                  <a:pt x="451" y="310"/>
                  <a:pt x="460" y="348"/>
                  <a:pt x="477" y="381"/>
                </a:cubicBezTo>
                <a:cubicBezTo>
                  <a:pt x="475" y="382"/>
                  <a:pt x="473" y="383"/>
                  <a:pt x="470" y="384"/>
                </a:cubicBezTo>
                <a:cubicBezTo>
                  <a:pt x="462" y="387"/>
                  <a:pt x="453" y="391"/>
                  <a:pt x="443" y="394"/>
                </a:cubicBezTo>
                <a:cubicBezTo>
                  <a:pt x="417" y="400"/>
                  <a:pt x="388" y="404"/>
                  <a:pt x="359" y="404"/>
                </a:cubicBezTo>
                <a:cubicBezTo>
                  <a:pt x="275" y="404"/>
                  <a:pt x="200" y="352"/>
                  <a:pt x="200" y="270"/>
                </a:cubicBezTo>
                <a:cubicBezTo>
                  <a:pt x="200" y="182"/>
                  <a:pt x="265" y="129"/>
                  <a:pt x="349" y="129"/>
                </a:cubicBezTo>
                <a:cubicBezTo>
                  <a:pt x="381" y="129"/>
                  <a:pt x="405" y="131"/>
                  <a:pt x="430" y="140"/>
                </a:cubicBezTo>
                <a:cubicBezTo>
                  <a:pt x="430" y="140"/>
                  <a:pt x="459" y="77"/>
                  <a:pt x="508" y="41"/>
                </a:cubicBezTo>
                <a:cubicBezTo>
                  <a:pt x="499" y="36"/>
                  <a:pt x="489" y="32"/>
                  <a:pt x="478" y="28"/>
                </a:cubicBezTo>
                <a:cubicBezTo>
                  <a:pt x="478" y="28"/>
                  <a:pt x="478" y="28"/>
                  <a:pt x="478" y="28"/>
                </a:cubicBezTo>
                <a:cubicBezTo>
                  <a:pt x="435" y="9"/>
                  <a:pt x="383" y="0"/>
                  <a:pt x="326" y="0"/>
                </a:cubicBezTo>
                <a:cubicBezTo>
                  <a:pt x="141" y="0"/>
                  <a:pt x="0" y="98"/>
                  <a:pt x="0" y="267"/>
                </a:cubicBezTo>
                <a:cubicBezTo>
                  <a:pt x="0" y="436"/>
                  <a:pt x="141" y="534"/>
                  <a:pt x="326" y="534"/>
                </a:cubicBezTo>
                <a:cubicBezTo>
                  <a:pt x="375" y="534"/>
                  <a:pt x="429" y="526"/>
                  <a:pt x="476" y="513"/>
                </a:cubicBezTo>
                <a:cubicBezTo>
                  <a:pt x="494" y="509"/>
                  <a:pt x="535" y="495"/>
                  <a:pt x="565" y="478"/>
                </a:cubicBezTo>
                <a:cubicBezTo>
                  <a:pt x="621" y="514"/>
                  <a:pt x="695" y="534"/>
                  <a:pt x="777" y="534"/>
                </a:cubicBezTo>
                <a:cubicBezTo>
                  <a:pt x="907" y="534"/>
                  <a:pt x="1016" y="485"/>
                  <a:pt x="1069" y="398"/>
                </a:cubicBezTo>
                <a:cubicBezTo>
                  <a:pt x="1122" y="485"/>
                  <a:pt x="1230" y="534"/>
                  <a:pt x="1360" y="534"/>
                </a:cubicBezTo>
                <a:cubicBezTo>
                  <a:pt x="1490" y="534"/>
                  <a:pt x="1598" y="485"/>
                  <a:pt x="1651" y="398"/>
                </a:cubicBezTo>
                <a:cubicBezTo>
                  <a:pt x="1651" y="670"/>
                  <a:pt x="1651" y="670"/>
                  <a:pt x="1651" y="670"/>
                </a:cubicBezTo>
                <a:cubicBezTo>
                  <a:pt x="1850" y="670"/>
                  <a:pt x="1850" y="670"/>
                  <a:pt x="1850" y="670"/>
                </a:cubicBezTo>
                <a:cubicBezTo>
                  <a:pt x="1850" y="516"/>
                  <a:pt x="1850" y="516"/>
                  <a:pt x="1850" y="516"/>
                </a:cubicBezTo>
                <a:cubicBezTo>
                  <a:pt x="1889" y="528"/>
                  <a:pt x="1932" y="534"/>
                  <a:pt x="1977" y="534"/>
                </a:cubicBezTo>
                <a:cubicBezTo>
                  <a:pt x="2162" y="534"/>
                  <a:pt x="2303" y="436"/>
                  <a:pt x="2303" y="267"/>
                </a:cubicBezTo>
                <a:cubicBezTo>
                  <a:pt x="2303" y="98"/>
                  <a:pt x="2162" y="0"/>
                  <a:pt x="1977" y="0"/>
                </a:cubicBezTo>
                <a:moveTo>
                  <a:pt x="777" y="410"/>
                </a:moveTo>
                <a:cubicBezTo>
                  <a:pt x="688" y="410"/>
                  <a:pt x="651" y="343"/>
                  <a:pt x="651" y="267"/>
                </a:cubicBezTo>
                <a:cubicBezTo>
                  <a:pt x="651" y="191"/>
                  <a:pt x="688" y="123"/>
                  <a:pt x="777" y="123"/>
                </a:cubicBezTo>
                <a:cubicBezTo>
                  <a:pt x="867" y="123"/>
                  <a:pt x="903" y="191"/>
                  <a:pt x="903" y="267"/>
                </a:cubicBezTo>
                <a:cubicBezTo>
                  <a:pt x="903" y="343"/>
                  <a:pt x="867" y="410"/>
                  <a:pt x="777" y="410"/>
                </a:cubicBezTo>
                <a:moveTo>
                  <a:pt x="1360" y="410"/>
                </a:moveTo>
                <a:cubicBezTo>
                  <a:pt x="1271" y="410"/>
                  <a:pt x="1234" y="343"/>
                  <a:pt x="1234" y="267"/>
                </a:cubicBezTo>
                <a:cubicBezTo>
                  <a:pt x="1234" y="191"/>
                  <a:pt x="1271" y="123"/>
                  <a:pt x="1360" y="123"/>
                </a:cubicBezTo>
                <a:cubicBezTo>
                  <a:pt x="1449" y="123"/>
                  <a:pt x="1486" y="191"/>
                  <a:pt x="1486" y="267"/>
                </a:cubicBezTo>
                <a:cubicBezTo>
                  <a:pt x="1486" y="343"/>
                  <a:pt x="1449" y="410"/>
                  <a:pt x="1360" y="410"/>
                </a:cubicBezTo>
                <a:moveTo>
                  <a:pt x="1977" y="410"/>
                </a:moveTo>
                <a:cubicBezTo>
                  <a:pt x="1888" y="410"/>
                  <a:pt x="1851" y="343"/>
                  <a:pt x="1851" y="267"/>
                </a:cubicBezTo>
                <a:cubicBezTo>
                  <a:pt x="1851" y="191"/>
                  <a:pt x="1888" y="123"/>
                  <a:pt x="1977" y="123"/>
                </a:cubicBezTo>
                <a:cubicBezTo>
                  <a:pt x="2066" y="123"/>
                  <a:pt x="2103" y="191"/>
                  <a:pt x="2103" y="267"/>
                </a:cubicBezTo>
                <a:cubicBezTo>
                  <a:pt x="2103" y="343"/>
                  <a:pt x="2066" y="410"/>
                  <a:pt x="1977" y="41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9" name="textruta 8"/>
          <p:cNvSpPr txBox="1"/>
          <p:nvPr userDrawn="1"/>
        </p:nvSpPr>
        <p:spPr>
          <a:xfrm>
            <a:off x="-1725283" y="1963939"/>
            <a:ext cx="1626343" cy="460083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72000" bIns="0" rtlCol="0" anchor="ctr">
            <a:noAutofit/>
          </a:bodyPr>
          <a:lstStyle/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Utskriftsvänlig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version:</a:t>
            </a:r>
          </a:p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presentationen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skrivas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använd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7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vita </a:t>
            </a:r>
            <a:r>
              <a:rPr lang="en-US" sz="7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sidorna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067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365757" y="218049"/>
            <a:ext cx="8419467" cy="5085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sv-SE"/>
              <a:t>Rubrik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3241674" y="1132476"/>
            <a:ext cx="5543551" cy="34238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/>
              <a:t>Brödtext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2826942" y="4778712"/>
            <a:ext cx="1385668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3440BADD-59A7-4EFF-9479-BB39DB800915}" type="datetime1">
              <a:rPr lang="sv-SE" smtClean="0"/>
              <a:t>2022-06-13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266621" y="4778712"/>
            <a:ext cx="520505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55979AAF-E1B9-4C6A-A316-CE2D4D123E86}" type="slidenum">
              <a:rPr lang="sv-SE" smtClean="0"/>
              <a:pPr/>
              <a:t>‹#›</a:t>
            </a:fld>
            <a:endParaRPr lang="sv-SE"/>
          </a:p>
        </p:txBody>
      </p:sp>
      <p:cxnSp>
        <p:nvCxnSpPr>
          <p:cNvPr id="9" name="Rak 8"/>
          <p:cNvCxnSpPr/>
          <p:nvPr/>
        </p:nvCxnSpPr>
        <p:spPr>
          <a:xfrm>
            <a:off x="366713" y="180000"/>
            <a:ext cx="8418512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Bildobjekt 11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33" y="4845466"/>
            <a:ext cx="450000" cy="131079"/>
          </a:xfrm>
          <a:prstGeom prst="rect">
            <a:avLst/>
          </a:prstGeom>
        </p:spPr>
      </p:pic>
      <p:cxnSp>
        <p:nvCxnSpPr>
          <p:cNvPr id="16" name="Rak 15"/>
          <p:cNvCxnSpPr/>
          <p:nvPr/>
        </p:nvCxnSpPr>
        <p:spPr>
          <a:xfrm>
            <a:off x="366713" y="4780273"/>
            <a:ext cx="8418512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ak 9"/>
          <p:cNvCxnSpPr/>
          <p:nvPr/>
        </p:nvCxnSpPr>
        <p:spPr>
          <a:xfrm>
            <a:off x="-362309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ak 17"/>
          <p:cNvCxnSpPr/>
          <p:nvPr/>
        </p:nvCxnSpPr>
        <p:spPr>
          <a:xfrm>
            <a:off x="-362309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ak 18"/>
          <p:cNvCxnSpPr/>
          <p:nvPr/>
        </p:nvCxnSpPr>
        <p:spPr>
          <a:xfrm>
            <a:off x="9252520" y="4564962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ak 19"/>
          <p:cNvCxnSpPr/>
          <p:nvPr/>
        </p:nvCxnSpPr>
        <p:spPr>
          <a:xfrm>
            <a:off x="9252520" y="1197353"/>
            <a:ext cx="25016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ruta 10"/>
          <p:cNvSpPr txBox="1"/>
          <p:nvPr/>
        </p:nvSpPr>
        <p:spPr>
          <a:xfrm>
            <a:off x="-1163806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4" name="textruta 23"/>
          <p:cNvSpPr txBox="1"/>
          <p:nvPr/>
        </p:nvSpPr>
        <p:spPr>
          <a:xfrm>
            <a:off x="-119907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  <p:sp>
        <p:nvSpPr>
          <p:cNvPr id="25" name="textruta 24"/>
          <p:cNvSpPr txBox="1"/>
          <p:nvPr/>
        </p:nvSpPr>
        <p:spPr>
          <a:xfrm>
            <a:off x="9252520" y="1000657"/>
            <a:ext cx="10724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ovan denna linje</a:t>
            </a:r>
            <a:endParaRPr lang="sv-SE" sz="700"/>
          </a:p>
        </p:txBody>
      </p:sp>
      <p:sp>
        <p:nvSpPr>
          <p:cNvPr id="26" name="textruta 25"/>
          <p:cNvSpPr txBox="1"/>
          <p:nvPr/>
        </p:nvSpPr>
        <p:spPr>
          <a:xfrm>
            <a:off x="9217253" y="4374331"/>
            <a:ext cx="110767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sz="7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 text under denna linje</a:t>
            </a:r>
            <a:endParaRPr lang="sv-SE" sz="700"/>
          </a:p>
        </p:txBody>
      </p:sp>
      <p:sp>
        <p:nvSpPr>
          <p:cNvPr id="17" name="textruta 16"/>
          <p:cNvSpPr txBox="1"/>
          <p:nvPr/>
        </p:nvSpPr>
        <p:spPr>
          <a:xfrm>
            <a:off x="-1725283" y="1963939"/>
            <a:ext cx="1626343" cy="460083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72000" bIns="0" rtlCol="0" anchor="ctr">
            <a:noAutofit/>
          </a:bodyPr>
          <a:lstStyle/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Utskriftsvänlig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version:</a:t>
            </a:r>
          </a:p>
          <a:p>
            <a:pPr algn="r"/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När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presentationen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skrivas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ut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7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använd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7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vita </a:t>
            </a:r>
            <a:r>
              <a:rPr lang="en-US" sz="7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sidorna</a:t>
            </a:r>
            <a:r>
              <a:rPr lang="en-US" sz="7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210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52" r:id="rId11"/>
    <p:sldLayoutId id="2147483660" r:id="rId12"/>
    <p:sldLayoutId id="2147483662" r:id="rId13"/>
    <p:sldLayoutId id="2147483661" r:id="rId14"/>
    <p:sldLayoutId id="2147483664" r:id="rId15"/>
    <p:sldLayoutId id="2147483666" r:id="rId16"/>
    <p:sldLayoutId id="2147483667" r:id="rId17"/>
    <p:sldLayoutId id="2147483668" r:id="rId18"/>
    <p:sldLayoutId id="2147483669" r:id="rId19"/>
    <p:sldLayoutId id="2147483663" r:id="rId20"/>
    <p:sldLayoutId id="2147483671" r:id="rId21"/>
    <p:sldLayoutId id="2147483672" r:id="rId22"/>
    <p:sldLayoutId id="2147483673" r:id="rId23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45085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tabLst>
          <a:tab pos="288925" algn="l"/>
          <a:tab pos="5468938" algn="r"/>
          <a:tab pos="5541963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204788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04788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147638" algn="l" defTabSz="914400" rtl="0" eaLnBrk="1" latinLnBrk="0" hangingPunct="1">
        <a:lnSpc>
          <a:spcPct val="120000"/>
        </a:lnSpc>
        <a:spcBef>
          <a:spcPts val="15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95350" indent="158750" algn="l" defTabSz="914400" rtl="0" eaLnBrk="1" latinLnBrk="0" hangingPunct="1">
        <a:lnSpc>
          <a:spcPct val="120000"/>
        </a:lnSpc>
        <a:spcBef>
          <a:spcPts val="15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sv-SE">
                <a:latin typeface="Arial"/>
                <a:cs typeface="Arial"/>
              </a:rPr>
              <a:t>Case </a:t>
            </a:r>
            <a:r>
              <a:rPr lang="sv-SE" err="1">
                <a:latin typeface="Arial"/>
                <a:cs typeface="Arial"/>
              </a:rPr>
              <a:t>interview</a:t>
            </a:r>
            <a:r>
              <a:rPr lang="sv-SE">
                <a:latin typeface="Arial"/>
                <a:cs typeface="Arial"/>
              </a:rPr>
              <a:t> – </a:t>
            </a:r>
            <a:br>
              <a:rPr lang="sv-SE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>
                <a:latin typeface="Arial"/>
                <a:cs typeface="Arial"/>
              </a:rPr>
              <a:t>Data </a:t>
            </a:r>
            <a:r>
              <a:rPr lang="sv-SE" err="1">
                <a:latin typeface="Arial"/>
                <a:cs typeface="Arial"/>
              </a:rPr>
              <a:t>analyst</a:t>
            </a:r>
            <a:endParaRPr lang="sv-SE"/>
          </a:p>
        </p:txBody>
      </p:sp>
      <p:sp>
        <p:nvSpPr>
          <p:cNvPr id="5" name="Platshållare för innehåll 4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r>
              <a:rPr lang="sv-SE">
                <a:latin typeface="Akkurat Normal"/>
              </a:rPr>
              <a:t>Team </a:t>
            </a:r>
            <a:r>
              <a:rPr lang="sv-SE" err="1">
                <a:latin typeface="Akkurat Normal"/>
              </a:rPr>
              <a:t>aibi</a:t>
            </a:r>
            <a:endParaRPr lang="sv-SE">
              <a:latin typeface="Akkurat Normal"/>
            </a:endParaRPr>
          </a:p>
          <a:p>
            <a:r>
              <a:rPr lang="sv-SE">
                <a:latin typeface="Akkurat Normal" pitchFamily="2" charset="77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209595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D235B99-4E3A-1B48-A4EA-A43D460ADB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55122" y="1187407"/>
            <a:ext cx="4017397" cy="2602168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i="1"/>
              <a:t>Hey friend!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i="1"/>
          </a:p>
          <a:p>
            <a:pPr marL="0" indent="0">
              <a:spcBef>
                <a:spcPts val="0"/>
              </a:spcBef>
              <a:buNone/>
            </a:pPr>
            <a:r>
              <a:rPr lang="en-US" sz="1200" i="1">
                <a:ea typeface="+mn-lt"/>
                <a:cs typeface="+mn-lt"/>
              </a:rPr>
              <a:t>There’s a c-level meeting coming up and we’ve been given a 30 minute slot to influence our strategy with data insights.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endParaRPr lang="en-US" sz="1200" i="1">
              <a:cs typeface="Aria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i="1">
                <a:cs typeface="Arial"/>
              </a:rPr>
              <a:t>I'm locked out of the data lake (don’t ask why) and Karan the Data Engineer is away on vacation.</a:t>
            </a:r>
            <a:r>
              <a:rPr lang="en-US" sz="1200" i="1"/>
              <a:t> All I have is the enclosed data dump.</a:t>
            </a:r>
            <a:endParaRPr lang="en-US" sz="1200" i="1">
              <a:cs typeface="Arial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200" i="1"/>
          </a:p>
          <a:p>
            <a:pPr marL="0" indent="0">
              <a:spcBef>
                <a:spcPts val="0"/>
              </a:spcBef>
              <a:buNone/>
            </a:pPr>
            <a:r>
              <a:rPr lang="en-US" sz="1200" i="1"/>
              <a:t>Do you think you can pull something off? 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i="1"/>
          </a:p>
          <a:p>
            <a:pPr marL="0" indent="0">
              <a:spcBef>
                <a:spcPts val="0"/>
              </a:spcBef>
              <a:buNone/>
            </a:pPr>
            <a:r>
              <a:rPr lang="en-US" sz="1200" i="1"/>
              <a:t>/J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C32F721-767C-8548-8370-16520829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17A0-4015-4D7E-A058-BD66CB0D4545}" type="datetime1">
              <a:rPr lang="sv-SE" smtClean="0"/>
              <a:t>2022-06-13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3168C55-514D-AC4F-9EE5-6E6BE868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520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D235B99-4E3A-1B48-A4EA-A43D460ADB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774" y="782054"/>
            <a:ext cx="7825826" cy="3460750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i="1" dirty="0"/>
              <a:t>To drive data culture @ Coop, we’re looking for people who can generate actionable insights grounded in data, and we believe that you might be such a person!</a:t>
            </a:r>
            <a:endParaRPr lang="en-US" sz="1200" dirty="0"/>
          </a:p>
          <a:p>
            <a:pPr marL="0" indent="0">
              <a:spcBef>
                <a:spcPts val="0"/>
              </a:spcBef>
              <a:buNone/>
            </a:pPr>
            <a:endParaRPr lang="en-US" sz="1200"/>
          </a:p>
          <a:p>
            <a:pPr marL="226695" indent="-226695">
              <a:spcBef>
                <a:spcPts val="0"/>
              </a:spcBef>
            </a:pPr>
            <a:r>
              <a:rPr lang="en-US" sz="1200" dirty="0"/>
              <a:t>The purpose of this case is to help us get a better view of your technical and analytical skills.</a:t>
            </a:r>
            <a:endParaRPr lang="en-US" sz="1000" dirty="0">
              <a:cs typeface="Arial"/>
            </a:endParaRPr>
          </a:p>
          <a:p>
            <a:pPr marL="226695" indent="-226695">
              <a:spcBef>
                <a:spcPts val="0"/>
              </a:spcBef>
            </a:pPr>
            <a:endParaRPr lang="en-US" sz="1200">
              <a:cs typeface="Arial"/>
            </a:endParaRPr>
          </a:p>
          <a:p>
            <a:pPr marL="226695" indent="-226695">
              <a:spcBef>
                <a:spcPts val="0"/>
              </a:spcBef>
            </a:pPr>
            <a:r>
              <a:rPr lang="en-US" sz="1200" dirty="0"/>
              <a:t>The data will be sent via </a:t>
            </a:r>
            <a:r>
              <a:rPr lang="en-US" sz="1200" dirty="0" err="1"/>
              <a:t>wetransfer</a:t>
            </a:r>
            <a:r>
              <a:rPr lang="en-US" sz="1200" dirty="0"/>
              <a:t> and consists of </a:t>
            </a:r>
            <a:r>
              <a:rPr lang="en-US" sz="1200"/>
              <a:t>three files</a:t>
            </a:r>
            <a:r>
              <a:rPr lang="en-US" sz="1200" dirty="0"/>
              <a:t>.   </a:t>
            </a:r>
            <a:endParaRPr lang="en-US" sz="1200" dirty="0">
              <a:cs typeface="Arial"/>
            </a:endParaRPr>
          </a:p>
          <a:p>
            <a:pPr marL="453390" lvl="1" indent="-204470"/>
            <a:r>
              <a:rPr lang="en-US" b="1">
                <a:ea typeface="+mn-lt"/>
                <a:cs typeface="+mn-lt"/>
              </a:rPr>
              <a:t>case_data</a:t>
            </a:r>
            <a:r>
              <a:rPr lang="en-US" b="1" dirty="0">
                <a:ea typeface="+mn-lt"/>
                <a:cs typeface="+mn-lt"/>
              </a:rPr>
              <a:t>_</a:t>
            </a:r>
            <a:r>
              <a:rPr lang="en-US" b="1">
                <a:ea typeface="+mn-lt"/>
                <a:cs typeface="+mn-lt"/>
              </a:rPr>
              <a:t>description.</a:t>
            </a:r>
            <a:r>
              <a:rPr lang="en-US" b="1"/>
              <a:t>xlsx</a:t>
            </a:r>
            <a:r>
              <a:rPr lang="en-US" dirty="0"/>
              <a:t> – What each column in the data represents</a:t>
            </a:r>
            <a:endParaRPr lang="en-US" dirty="0">
              <a:cs typeface="Arial"/>
            </a:endParaRPr>
          </a:p>
          <a:p>
            <a:pPr marL="453390" lvl="1" indent="-204470"/>
            <a:r>
              <a:rPr lang="en-US" b="1">
                <a:ea typeface="+mn-lt"/>
                <a:cs typeface="+mn-lt"/>
              </a:rPr>
              <a:t>README.txt</a:t>
            </a:r>
            <a:r>
              <a:rPr lang="en-US">
                <a:ea typeface="+mn-lt"/>
                <a:cs typeface="+mn-lt"/>
              </a:rPr>
              <a:t> -  info on how the data was anonymized and tips for handling item hierarchy</a:t>
            </a:r>
          </a:p>
          <a:p>
            <a:pPr marL="453390" lvl="1" indent="-204470"/>
            <a:r>
              <a:rPr lang="en-US" b="1">
                <a:ea typeface="+mn-lt"/>
                <a:cs typeface="+mn-lt"/>
              </a:rPr>
              <a:t>rl_2months</a:t>
            </a:r>
            <a:r>
              <a:rPr lang="en-US" b="1"/>
              <a:t>.csv</a:t>
            </a:r>
            <a:r>
              <a:rPr lang="en-US"/>
              <a:t> - The actual data </a:t>
            </a:r>
            <a:r>
              <a:rPr lang="en-US">
                <a:ea typeface="+mn-lt"/>
                <a:cs typeface="+mn-lt"/>
              </a:rPr>
              <a:t>(1.6 million rows)</a:t>
            </a:r>
          </a:p>
          <a:p>
            <a:pPr marL="226695" indent="-226695">
              <a:spcBef>
                <a:spcPts val="0"/>
              </a:spcBef>
            </a:pPr>
            <a:endParaRPr lang="sv-SE" sz="1200">
              <a:cs typeface="Arial"/>
            </a:endParaRPr>
          </a:p>
          <a:p>
            <a:pPr marL="226695" indent="-226695">
              <a:spcBef>
                <a:spcPts val="0"/>
              </a:spcBef>
            </a:pPr>
            <a:r>
              <a:rPr lang="en-US" sz="1200" dirty="0"/>
              <a:t>The files contains 2 months of receipt data from 2 of our stores. The data is </a:t>
            </a:r>
            <a:r>
              <a:rPr lang="en-US" sz="1200" i="1" dirty="0"/>
              <a:t>real </a:t>
            </a:r>
            <a:r>
              <a:rPr lang="en-US" sz="1200" dirty="0"/>
              <a:t>but anonymized so please do not share this data with anyone and throw it away once we are done with the case. </a:t>
            </a:r>
            <a:br>
              <a:rPr lang="en-US" sz="1200" dirty="0"/>
            </a:br>
            <a:endParaRPr lang="en-US" sz="1200">
              <a:cs typeface="Arial"/>
            </a:endParaRPr>
          </a:p>
          <a:p>
            <a:pPr marL="226695" indent="-226695">
              <a:spcBef>
                <a:spcPts val="0"/>
              </a:spcBef>
            </a:pPr>
            <a:r>
              <a:rPr lang="en-US" sz="1200" dirty="0">
                <a:cs typeface="Arial"/>
              </a:rPr>
              <a:t>If you feel like you are missing facts, make your own assumptions, it’s a part of the process!</a:t>
            </a:r>
            <a:endParaRPr lang="en-US" sz="1200" dirty="0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41105E8E-C4EF-4B41-8F33-29DFF386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Welcome to a case interview!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C32F721-767C-8548-8370-16520829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17A0-4015-4D7E-A058-BD66CB0D4545}" type="datetime1">
              <a:rPr lang="sv-SE" smtClean="0"/>
              <a:t>2022-06-13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3168C55-514D-AC4F-9EE5-6E6BE868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863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D235B99-4E3A-1B48-A4EA-A43D460ADB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774" y="782054"/>
            <a:ext cx="7825826" cy="3460750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Using your awesome data analysis skills, can you derive insights from the data that could create value for Coop or our customers?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Examples of insights could be:</a:t>
            </a:r>
          </a:p>
          <a:p>
            <a:pPr marL="226695" indent="-226695">
              <a:spcBef>
                <a:spcPts val="0"/>
              </a:spcBef>
            </a:pPr>
            <a:r>
              <a:rPr lang="en-US" sz="1200" dirty="0"/>
              <a:t>Behavior of offline-, online- and omni-channel customers: How do they shop and what set’s them apart?</a:t>
            </a:r>
            <a:endParaRPr lang="en-US" sz="1200" dirty="0">
              <a:cs typeface="Arial"/>
            </a:endParaRPr>
          </a:p>
          <a:p>
            <a:pPr marL="226695" indent="-226695">
              <a:spcBef>
                <a:spcPts val="0"/>
              </a:spcBef>
            </a:pPr>
            <a:r>
              <a:rPr lang="en-US" sz="1200" dirty="0"/>
              <a:t>Sustainability: How and why does certain categories differ or what actions can we take to be more sustainable?</a:t>
            </a:r>
            <a:endParaRPr lang="en-US" sz="1200" dirty="0">
              <a:cs typeface="Arial"/>
            </a:endParaRPr>
          </a:p>
          <a:p>
            <a:pPr marL="453390" lvl="1" indent="-204470"/>
            <a:r>
              <a:rPr lang="en-US" sz="1000"/>
              <a:t>Hint: Article flags are your friend</a:t>
            </a:r>
            <a:endParaRPr lang="en-US" sz="1000">
              <a:cs typeface="Arial"/>
            </a:endParaRPr>
          </a:p>
          <a:p>
            <a:pPr marL="226695" indent="-226695">
              <a:spcBef>
                <a:spcPts val="0"/>
              </a:spcBef>
            </a:pPr>
            <a:r>
              <a:rPr lang="en-US" sz="1200" dirty="0"/>
              <a:t>Customer Segmentation: What’s the difference between our customer groups, and how should Coop act on that?</a:t>
            </a:r>
            <a:endParaRPr lang="en-US" sz="1200" dirty="0">
              <a:cs typeface="Arial"/>
            </a:endParaRPr>
          </a:p>
          <a:p>
            <a:pPr marL="226695" indent="-226695">
              <a:spcBef>
                <a:spcPts val="0"/>
              </a:spcBef>
            </a:pPr>
            <a:r>
              <a:rPr lang="en-US" sz="1200" i="1" dirty="0"/>
              <a:t>Something else </a:t>
            </a:r>
            <a:r>
              <a:rPr lang="en-US" sz="1200" b="1" i="1" dirty="0"/>
              <a:t>you</a:t>
            </a:r>
            <a:r>
              <a:rPr lang="en-US" sz="1200" i="1" dirty="0"/>
              <a:t> find interesting</a:t>
            </a:r>
            <a:endParaRPr lang="en-US" sz="1200" i="1" dirty="0">
              <a:cs typeface="Aria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 </a:t>
            </a:r>
            <a:endParaRPr lang="sv-SE" sz="12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Please prepare a notebook (preferred), dashboard or PowerPoint for presenting your result and walk us through your process and share with us in advance. </a:t>
            </a:r>
            <a:r>
              <a:rPr lang="en-US" sz="1200">
                <a:cs typeface="Arial"/>
              </a:rPr>
              <a:t>We are interested in how you code, what methods you use and how </a:t>
            </a:r>
            <a:r>
              <a:rPr lang="en-US" sz="1200" dirty="0">
                <a:cs typeface="Arial"/>
              </a:rPr>
              <a:t>you present.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/>
          </a:p>
          <a:p>
            <a:pPr marL="0" indent="0">
              <a:spcBef>
                <a:spcPts val="0"/>
              </a:spcBef>
              <a:buNone/>
            </a:pPr>
            <a:r>
              <a:rPr lang="en-GB" sz="1200"/>
              <a:t>Have fun when doing the case - we are excited to see what</a:t>
            </a:r>
            <a:r>
              <a:rPr lang="en-GB" sz="1200">
                <a:ea typeface="+mn-lt"/>
                <a:cs typeface="+mn-lt"/>
              </a:rPr>
              <a:t> you come up with!⭐</a:t>
            </a:r>
            <a:endParaRPr lang="en-US" sz="1200">
              <a:cs typeface="Arial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200">
              <a:ea typeface="+mn-lt"/>
              <a:cs typeface="+mn-lt"/>
            </a:endParaRPr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41105E8E-C4EF-4B41-8F33-29DFF386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</a:t>
            </a:r>
            <a:r>
              <a:rPr lang="en-GB" i="1"/>
              <a:t>Case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C32F721-767C-8548-8370-16520829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17A0-4015-4D7E-A058-BD66CB0D4545}" type="datetime1">
              <a:rPr lang="sv-SE" smtClean="0"/>
              <a:t>2022-06-13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3168C55-514D-AC4F-9EE5-6E6BE868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AAF-E1B9-4C6A-A316-CE2D4D123E86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7285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Tack!</a:t>
            </a:r>
          </a:p>
        </p:txBody>
      </p:sp>
    </p:spTree>
    <p:extLst>
      <p:ext uri="{BB962C8B-B14F-4D97-AF65-F5344CB8AC3E}">
        <p14:creationId xmlns:p14="http://schemas.microsoft.com/office/powerpoint/2010/main" val="3478277265"/>
      </p:ext>
    </p:extLst>
  </p:cSld>
  <p:clrMapOvr>
    <a:masterClrMapping/>
  </p:clrMapOvr>
</p:sld>
</file>

<file path=ppt/theme/theme1.xml><?xml version="1.0" encoding="utf-8"?>
<a:theme xmlns:a="http://schemas.openxmlformats.org/drawingml/2006/main" name="COOP ppt mall_160808">
  <a:themeElements>
    <a:clrScheme name="COOP">
      <a:dk1>
        <a:sysClr val="windowText" lastClr="000000"/>
      </a:dk1>
      <a:lt1>
        <a:srgbClr val="FFFFFF"/>
      </a:lt1>
      <a:dk2>
        <a:srgbClr val="00AA46"/>
      </a:dk2>
      <a:lt2>
        <a:srgbClr val="FFF000"/>
      </a:lt2>
      <a:accent1>
        <a:srgbClr val="00AA46"/>
      </a:accent1>
      <a:accent2>
        <a:srgbClr val="BECD00"/>
      </a:accent2>
      <a:accent3>
        <a:srgbClr val="005537"/>
      </a:accent3>
      <a:accent4>
        <a:srgbClr val="EBF0C3"/>
      </a:accent4>
      <a:accent5>
        <a:srgbClr val="FFA5CD"/>
      </a:accent5>
      <a:accent6>
        <a:srgbClr val="FF3214"/>
      </a:accent6>
      <a:hlink>
        <a:srgbClr val="000000"/>
      </a:hlink>
      <a:folHlink>
        <a:srgbClr val="000000"/>
      </a:folHlink>
    </a:clrScheme>
    <a:fontScheme name="COO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2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63EEDE15C4D0842A59D5BB6361A72E6" ma:contentTypeVersion="10" ma:contentTypeDescription="Skapa ett nytt dokument." ma:contentTypeScope="" ma:versionID="0f15db4ee56a62f13f559dce4dd7025c">
  <xsd:schema xmlns:xsd="http://www.w3.org/2001/XMLSchema" xmlns:xs="http://www.w3.org/2001/XMLSchema" xmlns:p="http://schemas.microsoft.com/office/2006/metadata/properties" xmlns:ns2="f1e72951-bc29-4cf2-9b91-6f5072f230d9" xmlns:ns3="0326a034-a0db-44b7-9b2c-b272b83582c7" targetNamespace="http://schemas.microsoft.com/office/2006/metadata/properties" ma:root="true" ma:fieldsID="2c3ad21640c3db59f2f14f21df60bdd7" ns2:_="" ns3:_="">
    <xsd:import namespace="f1e72951-bc29-4cf2-9b91-6f5072f230d9"/>
    <xsd:import namespace="0326a034-a0db-44b7-9b2c-b272b83582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e72951-bc29-4cf2-9b91-6f5072f230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26a034-a0db-44b7-9b2c-b272b83582c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4E18EB-F749-4700-A062-544F2F7EAA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B74FCD-4CDB-410C-B918-DCCAD3A87A40}">
  <ds:schemaRefs>
    <ds:schemaRef ds:uri="0326a034-a0db-44b7-9b2c-b272b83582c7"/>
    <ds:schemaRef ds:uri="f1e72951-bc29-4cf2-9b91-6f5072f230d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7870D17-A803-4E7C-8783-71E212CC37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e72951-bc29-4cf2-9b91-6f5072f230d9"/>
    <ds:schemaRef ds:uri="0326a034-a0db-44b7-9b2c-b272b83582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COOP ppt mall_160808</Template>
  <Application>Microsoft Office PowerPoint</Application>
  <PresentationFormat>Custom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COOP ppt mall_160808</vt:lpstr>
      <vt:lpstr>Case interview –  Data analyst</vt:lpstr>
      <vt:lpstr>PowerPoint Presentation</vt:lpstr>
      <vt:lpstr>Welcome to a case interview!</vt:lpstr>
      <vt:lpstr>The Case</vt:lpstr>
      <vt:lpstr>Tack!</vt:lpstr>
    </vt:vector>
  </TitlesOfParts>
  <Company>KF Ekonomisk Förening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Kajsa Liljegren</dc:creator>
  <cp:revision>37</cp:revision>
  <dcterms:created xsi:type="dcterms:W3CDTF">2016-09-09T13:38:19Z</dcterms:created>
  <dcterms:modified xsi:type="dcterms:W3CDTF">2022-06-13T15:38:14Z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0x010100063EEDE15C4D0842A59D5BB6361A72E6</vt:lpwstr>
  </property>
</Properties>
</file>